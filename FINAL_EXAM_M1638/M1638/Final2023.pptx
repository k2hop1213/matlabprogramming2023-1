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5" r:id="rId1"/>
  </p:sldMasterIdLst>
  <p:notesMasterIdLst>
    <p:notesMasterId r:id="rId11"/>
  </p:notesMasterIdLst>
  <p:sldIdLst>
    <p:sldId id="1185" r:id="rId2"/>
    <p:sldId id="1208" r:id="rId3"/>
    <p:sldId id="1249" r:id="rId4"/>
    <p:sldId id="1244" r:id="rId5"/>
    <p:sldId id="1250" r:id="rId6"/>
    <p:sldId id="1246" r:id="rId7"/>
    <p:sldId id="1252" r:id="rId8"/>
    <p:sldId id="1248" r:id="rId9"/>
    <p:sldId id="1253" r:id="rId10"/>
  </p:sldIdLst>
  <p:sldSz cx="12192000" cy="6858000"/>
  <p:notesSz cx="6735763" cy="9866313"/>
  <p:defaultTextStyle>
    <a:defPPr>
      <a:defRPr lang="ko-KR"/>
    </a:defPPr>
    <a:lvl1pPr algn="ctr" rtl="0" fontAlgn="base" latinLnBrk="1">
      <a:lnSpc>
        <a:spcPct val="10000"/>
      </a:lnSpc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1pPr>
    <a:lvl2pPr marL="457200" algn="ctr" rtl="0" fontAlgn="base" latinLnBrk="1">
      <a:lnSpc>
        <a:spcPct val="10000"/>
      </a:lnSpc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2pPr>
    <a:lvl3pPr marL="914400" algn="ctr" rtl="0" fontAlgn="base" latinLnBrk="1">
      <a:lnSpc>
        <a:spcPct val="10000"/>
      </a:lnSpc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3pPr>
    <a:lvl4pPr marL="1371600" algn="ctr" rtl="0" fontAlgn="base" latinLnBrk="1">
      <a:lnSpc>
        <a:spcPct val="10000"/>
      </a:lnSpc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4pPr>
    <a:lvl5pPr marL="1828800" algn="ctr" rtl="0" fontAlgn="base" latinLnBrk="1">
      <a:lnSpc>
        <a:spcPct val="10000"/>
      </a:lnSpc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1600" b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1600" b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1600" b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1600" b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8000"/>
    <a:srgbClr val="CC3300"/>
    <a:srgbClr val="FF6600"/>
    <a:srgbClr val="CC0000"/>
    <a:srgbClr val="800080"/>
    <a:srgbClr val="6600FF"/>
    <a:srgbClr val="333399"/>
    <a:srgbClr val="000099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7" autoAdjust="0"/>
    <p:restoredTop sz="96313" autoAdjust="0"/>
  </p:normalViewPr>
  <p:slideViewPr>
    <p:cSldViewPr>
      <p:cViewPr varScale="1">
        <p:scale>
          <a:sx n="82" d="100"/>
          <a:sy n="82" d="100"/>
        </p:scale>
        <p:origin x="581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 규현" userId="5250cd7b08e3c90b" providerId="LiveId" clId="{5AC97829-5915-45D3-A241-353D742FF823}"/>
    <pc:docChg chg="modSld">
      <pc:chgData name="김 규현" userId="5250cd7b08e3c90b" providerId="LiveId" clId="{5AC97829-5915-45D3-A241-353D742FF823}" dt="2023-06-12T09:00:41.766" v="29" actId="20577"/>
      <pc:docMkLst>
        <pc:docMk/>
      </pc:docMkLst>
      <pc:sldChg chg="modSp mod">
        <pc:chgData name="김 규현" userId="5250cd7b08e3c90b" providerId="LiveId" clId="{5AC97829-5915-45D3-A241-353D742FF823}" dt="2023-06-12T07:09:22.040" v="13" actId="20577"/>
        <pc:sldMkLst>
          <pc:docMk/>
          <pc:sldMk cId="3033770600" sldId="1185"/>
        </pc:sldMkLst>
        <pc:spChg chg="mod">
          <ac:chgData name="김 규현" userId="5250cd7b08e3c90b" providerId="LiveId" clId="{5AC97829-5915-45D3-A241-353D742FF823}" dt="2023-06-12T07:09:22.040" v="13" actId="20577"/>
          <ac:spMkLst>
            <pc:docMk/>
            <pc:sldMk cId="3033770600" sldId="1185"/>
            <ac:spMk id="11" creationId="{00000000-0000-0000-0000-000000000000}"/>
          </ac:spMkLst>
        </pc:spChg>
      </pc:sldChg>
      <pc:sldChg chg="modSp mod">
        <pc:chgData name="김 규현" userId="5250cd7b08e3c90b" providerId="LiveId" clId="{5AC97829-5915-45D3-A241-353D742FF823}" dt="2023-06-12T09:00:28.482" v="16" actId="20577"/>
        <pc:sldMkLst>
          <pc:docMk/>
          <pc:sldMk cId="880309414" sldId="1208"/>
        </pc:sldMkLst>
        <pc:spChg chg="mod">
          <ac:chgData name="김 규현" userId="5250cd7b08e3c90b" providerId="LiveId" clId="{5AC97829-5915-45D3-A241-353D742FF823}" dt="2023-06-12T09:00:28.482" v="16" actId="20577"/>
          <ac:spMkLst>
            <pc:docMk/>
            <pc:sldMk cId="880309414" sldId="1208"/>
            <ac:spMk id="8" creationId="{E0FA194E-53D4-49E1-B276-EC6A542D4D74}"/>
          </ac:spMkLst>
        </pc:spChg>
      </pc:sldChg>
      <pc:sldChg chg="modSp mod">
        <pc:chgData name="김 규현" userId="5250cd7b08e3c90b" providerId="LiveId" clId="{5AC97829-5915-45D3-A241-353D742FF823}" dt="2023-06-12T09:00:31.402" v="19" actId="20577"/>
        <pc:sldMkLst>
          <pc:docMk/>
          <pc:sldMk cId="1810649339" sldId="1244"/>
        </pc:sldMkLst>
        <pc:spChg chg="mod">
          <ac:chgData name="김 규현" userId="5250cd7b08e3c90b" providerId="LiveId" clId="{5AC97829-5915-45D3-A241-353D742FF823}" dt="2023-06-12T09:00:31.402" v="19" actId="20577"/>
          <ac:spMkLst>
            <pc:docMk/>
            <pc:sldMk cId="1810649339" sldId="1244"/>
            <ac:spMk id="8" creationId="{2DB10DFB-8CA8-4CD1-9041-C88B03E86E3E}"/>
          </ac:spMkLst>
        </pc:spChg>
      </pc:sldChg>
      <pc:sldChg chg="modSp mod">
        <pc:chgData name="김 규현" userId="5250cd7b08e3c90b" providerId="LiveId" clId="{5AC97829-5915-45D3-A241-353D742FF823}" dt="2023-06-12T09:00:36.242" v="24" actId="20577"/>
        <pc:sldMkLst>
          <pc:docMk/>
          <pc:sldMk cId="1092672882" sldId="1246"/>
        </pc:sldMkLst>
        <pc:spChg chg="mod">
          <ac:chgData name="김 규현" userId="5250cd7b08e3c90b" providerId="LiveId" clId="{5AC97829-5915-45D3-A241-353D742FF823}" dt="2023-06-12T09:00:36.242" v="24" actId="20577"/>
          <ac:spMkLst>
            <pc:docMk/>
            <pc:sldMk cId="1092672882" sldId="1246"/>
            <ac:spMk id="10" creationId="{4530BB6C-C0C8-4C7A-A444-2ECB7FA9221F}"/>
          </ac:spMkLst>
        </pc:spChg>
      </pc:sldChg>
      <pc:sldChg chg="modSp mod">
        <pc:chgData name="김 규현" userId="5250cd7b08e3c90b" providerId="LiveId" clId="{5AC97829-5915-45D3-A241-353D742FF823}" dt="2023-06-12T09:00:41.766" v="29" actId="20577"/>
        <pc:sldMkLst>
          <pc:docMk/>
          <pc:sldMk cId="3841723911" sldId="1248"/>
        </pc:sldMkLst>
        <pc:spChg chg="mod">
          <ac:chgData name="김 규현" userId="5250cd7b08e3c90b" providerId="LiveId" clId="{5AC97829-5915-45D3-A241-353D742FF823}" dt="2023-06-12T09:00:41.766" v="29" actId="20577"/>
          <ac:spMkLst>
            <pc:docMk/>
            <pc:sldMk cId="3841723911" sldId="1248"/>
            <ac:spMk id="11" creationId="{97432D9B-431F-47ED-A1DF-0BE016E6414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19356" cy="492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543" tIns="43771" rIns="87543" bIns="43771" numCol="1" anchor="t" anchorCtr="0" compatLnSpc="1">
            <a:prstTxWarp prst="textNoShape">
              <a:avLst/>
            </a:prstTxWarp>
          </a:bodyPr>
          <a:lstStyle>
            <a:lvl1pPr algn="l" defTabSz="876296">
              <a:lnSpc>
                <a:spcPct val="100000"/>
              </a:lnSpc>
              <a:defRPr sz="1200" b="0"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2355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4835" y="0"/>
            <a:ext cx="2919356" cy="492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543" tIns="43771" rIns="87543" bIns="43771" numCol="1" anchor="t" anchorCtr="0" compatLnSpc="1">
            <a:prstTxWarp prst="textNoShape">
              <a:avLst/>
            </a:prstTxWarp>
          </a:bodyPr>
          <a:lstStyle>
            <a:lvl1pPr algn="r" defTabSz="876296">
              <a:lnSpc>
                <a:spcPct val="100000"/>
              </a:lnSpc>
              <a:defRPr sz="1200" b="0"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2355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0963" y="739775"/>
            <a:ext cx="6575425" cy="36988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355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577" y="4685395"/>
            <a:ext cx="5388610" cy="444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543" tIns="43771" rIns="87543" bIns="437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355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372367"/>
            <a:ext cx="2919356" cy="492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543" tIns="43771" rIns="87543" bIns="43771" numCol="1" anchor="b" anchorCtr="0" compatLnSpc="1">
            <a:prstTxWarp prst="textNoShape">
              <a:avLst/>
            </a:prstTxWarp>
          </a:bodyPr>
          <a:lstStyle>
            <a:lvl1pPr algn="l" defTabSz="876296">
              <a:lnSpc>
                <a:spcPct val="100000"/>
              </a:lnSpc>
              <a:defRPr sz="1200" b="0"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2355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4835" y="9372367"/>
            <a:ext cx="2919356" cy="492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543" tIns="43771" rIns="87543" bIns="43771" numCol="1" anchor="b" anchorCtr="0" compatLnSpc="1">
            <a:prstTxWarp prst="textNoShape">
              <a:avLst/>
            </a:prstTxWarp>
          </a:bodyPr>
          <a:lstStyle>
            <a:lvl1pPr algn="r" defTabSz="876296">
              <a:lnSpc>
                <a:spcPct val="100000"/>
              </a:lnSpc>
              <a:defRPr sz="1200" b="0">
                <a:latin typeface="굴림" pitchFamily="50" charset="-127"/>
              </a:defRPr>
            </a:lvl1pPr>
          </a:lstStyle>
          <a:p>
            <a:fld id="{7B1983A0-4CBD-430E-BBB3-B04D1C68F18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2761199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0963" y="739775"/>
            <a:ext cx="6575425" cy="36988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1983A0-4CBD-430E-BBB3-B04D1C68F18F}" type="slidenum">
              <a:rPr lang="en-US" altLang="ko-KR" smtClean="0"/>
              <a:pPr/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75064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Line 2"/>
          <p:cNvSpPr>
            <a:spLocks noChangeShapeType="1"/>
          </p:cNvSpPr>
          <p:nvPr/>
        </p:nvSpPr>
        <p:spPr bwMode="auto">
          <a:xfrm>
            <a:off x="97536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 sz="1600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21217" y="466725"/>
            <a:ext cx="9042400" cy="2133600"/>
          </a:xfrm>
        </p:spPr>
        <p:txBody>
          <a:bodyPr/>
          <a:lstStyle>
            <a:lvl1pPr algn="r">
              <a:defRPr sz="48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4301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3013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5/224</a:t>
            </a:r>
            <a:endParaRPr lang="ko-KR" altLang="ko-KR"/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EE85584A-5EF6-4B0D-8253-845602C17117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43017" name="Oval 9"/>
          <p:cNvSpPr>
            <a:spLocks noChangeArrowheads="1"/>
          </p:cNvSpPr>
          <p:nvPr/>
        </p:nvSpPr>
        <p:spPr bwMode="auto">
          <a:xfrm>
            <a:off x="9990668" y="2992437"/>
            <a:ext cx="206423" cy="235747"/>
          </a:xfrm>
          <a:prstGeom prst="ellipse">
            <a:avLst/>
          </a:prstGeom>
          <a:solidFill>
            <a:srgbClr val="7030A0"/>
          </a:solidFill>
          <a:ln>
            <a:noFill/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ko-KR" altLang="en-US" sz="1600"/>
          </a:p>
        </p:txBody>
      </p:sp>
      <p:sp>
        <p:nvSpPr>
          <p:cNvPr id="43018" name="Oval 10"/>
          <p:cNvSpPr>
            <a:spLocks noChangeArrowheads="1"/>
          </p:cNvSpPr>
          <p:nvPr/>
        </p:nvSpPr>
        <p:spPr bwMode="auto">
          <a:xfrm>
            <a:off x="10369551" y="2992437"/>
            <a:ext cx="206422" cy="235747"/>
          </a:xfrm>
          <a:prstGeom prst="ellipse">
            <a:avLst/>
          </a:prstGeom>
          <a:solidFill>
            <a:srgbClr val="7030A0"/>
          </a:solidFill>
          <a:ln>
            <a:noFill/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ko-KR" altLang="en-US" sz="1600"/>
          </a:p>
        </p:txBody>
      </p:sp>
      <p:sp>
        <p:nvSpPr>
          <p:cNvPr id="43019" name="Oval 11"/>
          <p:cNvSpPr>
            <a:spLocks noChangeArrowheads="1"/>
          </p:cNvSpPr>
          <p:nvPr/>
        </p:nvSpPr>
        <p:spPr bwMode="auto">
          <a:xfrm>
            <a:off x="10748434" y="2992437"/>
            <a:ext cx="206423" cy="235747"/>
          </a:xfrm>
          <a:prstGeom prst="ellipse">
            <a:avLst/>
          </a:prstGeom>
          <a:solidFill>
            <a:schemeClr val="tx2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 sz="1600"/>
          </a:p>
        </p:txBody>
      </p:sp>
      <p:sp>
        <p:nvSpPr>
          <p:cNvPr id="43020" name="Oval 12"/>
          <p:cNvSpPr>
            <a:spLocks noChangeArrowheads="1"/>
          </p:cNvSpPr>
          <p:nvPr/>
        </p:nvSpPr>
        <p:spPr bwMode="auto">
          <a:xfrm>
            <a:off x="9990668" y="3276601"/>
            <a:ext cx="206423" cy="235748"/>
          </a:xfrm>
          <a:prstGeom prst="ellipse">
            <a:avLst/>
          </a:prstGeom>
          <a:solidFill>
            <a:srgbClr val="7030A0"/>
          </a:solidFill>
          <a:ln>
            <a:noFill/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ko-KR" altLang="en-US" sz="1600"/>
          </a:p>
        </p:txBody>
      </p:sp>
      <p:sp>
        <p:nvSpPr>
          <p:cNvPr id="43021" name="Oval 13"/>
          <p:cNvSpPr>
            <a:spLocks noChangeArrowheads="1"/>
          </p:cNvSpPr>
          <p:nvPr/>
        </p:nvSpPr>
        <p:spPr bwMode="auto">
          <a:xfrm>
            <a:off x="10369551" y="3276601"/>
            <a:ext cx="206422" cy="235748"/>
          </a:xfrm>
          <a:prstGeom prst="ellipse">
            <a:avLst/>
          </a:prstGeom>
          <a:solidFill>
            <a:schemeClr val="tx2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 sz="1600"/>
          </a:p>
        </p:txBody>
      </p:sp>
      <p:sp>
        <p:nvSpPr>
          <p:cNvPr id="43022" name="Oval 14"/>
          <p:cNvSpPr>
            <a:spLocks noChangeArrowheads="1"/>
          </p:cNvSpPr>
          <p:nvPr/>
        </p:nvSpPr>
        <p:spPr bwMode="auto">
          <a:xfrm>
            <a:off x="10748434" y="3276601"/>
            <a:ext cx="206423" cy="235748"/>
          </a:xfrm>
          <a:prstGeom prst="ellipse">
            <a:avLst/>
          </a:prstGeom>
          <a:solidFill>
            <a:schemeClr val="tx2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 sz="1600"/>
          </a:p>
        </p:txBody>
      </p:sp>
      <p:sp>
        <p:nvSpPr>
          <p:cNvPr id="43023" name="Oval 15"/>
          <p:cNvSpPr>
            <a:spLocks noChangeArrowheads="1"/>
          </p:cNvSpPr>
          <p:nvPr/>
        </p:nvSpPr>
        <p:spPr bwMode="auto">
          <a:xfrm>
            <a:off x="11127317" y="3276601"/>
            <a:ext cx="206422" cy="235748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 sz="1600"/>
          </a:p>
        </p:txBody>
      </p:sp>
      <p:sp>
        <p:nvSpPr>
          <p:cNvPr id="43024" name="Oval 16"/>
          <p:cNvSpPr>
            <a:spLocks noChangeArrowheads="1"/>
          </p:cNvSpPr>
          <p:nvPr/>
        </p:nvSpPr>
        <p:spPr bwMode="auto">
          <a:xfrm>
            <a:off x="9990668" y="3560762"/>
            <a:ext cx="206423" cy="235747"/>
          </a:xfrm>
          <a:prstGeom prst="ellipse">
            <a:avLst/>
          </a:prstGeom>
          <a:solidFill>
            <a:schemeClr val="tx2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 sz="1600"/>
          </a:p>
        </p:txBody>
      </p:sp>
      <p:sp>
        <p:nvSpPr>
          <p:cNvPr id="43025" name="Oval 17"/>
          <p:cNvSpPr>
            <a:spLocks noChangeArrowheads="1"/>
          </p:cNvSpPr>
          <p:nvPr/>
        </p:nvSpPr>
        <p:spPr bwMode="auto">
          <a:xfrm>
            <a:off x="10369551" y="3560762"/>
            <a:ext cx="206422" cy="235747"/>
          </a:xfrm>
          <a:prstGeom prst="ellipse">
            <a:avLst/>
          </a:prstGeom>
          <a:solidFill>
            <a:schemeClr val="tx2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 sz="1600"/>
          </a:p>
        </p:txBody>
      </p:sp>
      <p:sp>
        <p:nvSpPr>
          <p:cNvPr id="43026" name="Oval 18"/>
          <p:cNvSpPr>
            <a:spLocks noChangeArrowheads="1"/>
          </p:cNvSpPr>
          <p:nvPr/>
        </p:nvSpPr>
        <p:spPr bwMode="auto">
          <a:xfrm>
            <a:off x="10748434" y="3560762"/>
            <a:ext cx="206423" cy="235747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 sz="1600"/>
          </a:p>
        </p:txBody>
      </p:sp>
      <p:sp>
        <p:nvSpPr>
          <p:cNvPr id="43027" name="Oval 19"/>
          <p:cNvSpPr>
            <a:spLocks noChangeArrowheads="1"/>
          </p:cNvSpPr>
          <p:nvPr/>
        </p:nvSpPr>
        <p:spPr bwMode="auto">
          <a:xfrm>
            <a:off x="11127317" y="3560762"/>
            <a:ext cx="206422" cy="235747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 sz="1600"/>
          </a:p>
        </p:txBody>
      </p:sp>
      <p:sp>
        <p:nvSpPr>
          <p:cNvPr id="43028" name="Oval 20"/>
          <p:cNvSpPr>
            <a:spLocks noChangeArrowheads="1"/>
          </p:cNvSpPr>
          <p:nvPr/>
        </p:nvSpPr>
        <p:spPr bwMode="auto">
          <a:xfrm>
            <a:off x="11506201" y="3560762"/>
            <a:ext cx="206423" cy="235747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 sz="1600"/>
          </a:p>
        </p:txBody>
      </p:sp>
      <p:sp>
        <p:nvSpPr>
          <p:cNvPr id="43029" name="Oval 21"/>
          <p:cNvSpPr>
            <a:spLocks noChangeArrowheads="1"/>
          </p:cNvSpPr>
          <p:nvPr/>
        </p:nvSpPr>
        <p:spPr bwMode="auto">
          <a:xfrm>
            <a:off x="9990668" y="3843338"/>
            <a:ext cx="206423" cy="237604"/>
          </a:xfrm>
          <a:prstGeom prst="ellipse">
            <a:avLst/>
          </a:prstGeom>
          <a:solidFill>
            <a:schemeClr val="tx2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 sz="1600"/>
          </a:p>
        </p:txBody>
      </p:sp>
      <p:sp>
        <p:nvSpPr>
          <p:cNvPr id="43030" name="Oval 22"/>
          <p:cNvSpPr>
            <a:spLocks noChangeArrowheads="1"/>
          </p:cNvSpPr>
          <p:nvPr/>
        </p:nvSpPr>
        <p:spPr bwMode="auto">
          <a:xfrm>
            <a:off x="10369551" y="3843338"/>
            <a:ext cx="206422" cy="237604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 sz="1600"/>
          </a:p>
        </p:txBody>
      </p:sp>
      <p:sp>
        <p:nvSpPr>
          <p:cNvPr id="43031" name="Oval 23"/>
          <p:cNvSpPr>
            <a:spLocks noChangeArrowheads="1"/>
          </p:cNvSpPr>
          <p:nvPr/>
        </p:nvSpPr>
        <p:spPr bwMode="auto">
          <a:xfrm>
            <a:off x="10748434" y="3843338"/>
            <a:ext cx="206423" cy="237604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 sz="1600"/>
          </a:p>
        </p:txBody>
      </p:sp>
      <p:sp>
        <p:nvSpPr>
          <p:cNvPr id="43032" name="Oval 24"/>
          <p:cNvSpPr>
            <a:spLocks noChangeArrowheads="1"/>
          </p:cNvSpPr>
          <p:nvPr/>
        </p:nvSpPr>
        <p:spPr bwMode="auto">
          <a:xfrm>
            <a:off x="11127317" y="3843338"/>
            <a:ext cx="206422" cy="237604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 sz="1600"/>
          </a:p>
        </p:txBody>
      </p:sp>
      <p:sp>
        <p:nvSpPr>
          <p:cNvPr id="43033" name="Oval 25"/>
          <p:cNvSpPr>
            <a:spLocks noChangeArrowheads="1"/>
          </p:cNvSpPr>
          <p:nvPr/>
        </p:nvSpPr>
        <p:spPr bwMode="auto">
          <a:xfrm>
            <a:off x="9990668" y="4127500"/>
            <a:ext cx="206423" cy="237604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 sz="1600"/>
          </a:p>
        </p:txBody>
      </p:sp>
      <p:sp>
        <p:nvSpPr>
          <p:cNvPr id="43034" name="Oval 26"/>
          <p:cNvSpPr>
            <a:spLocks noChangeArrowheads="1"/>
          </p:cNvSpPr>
          <p:nvPr/>
        </p:nvSpPr>
        <p:spPr bwMode="auto">
          <a:xfrm>
            <a:off x="10369551" y="4127500"/>
            <a:ext cx="206422" cy="237604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 sz="1600"/>
          </a:p>
        </p:txBody>
      </p:sp>
      <p:sp>
        <p:nvSpPr>
          <p:cNvPr id="43035" name="Oval 27"/>
          <p:cNvSpPr>
            <a:spLocks noChangeArrowheads="1"/>
          </p:cNvSpPr>
          <p:nvPr/>
        </p:nvSpPr>
        <p:spPr bwMode="auto">
          <a:xfrm>
            <a:off x="10748434" y="4127500"/>
            <a:ext cx="206423" cy="237604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 sz="1600"/>
          </a:p>
        </p:txBody>
      </p:sp>
      <p:sp>
        <p:nvSpPr>
          <p:cNvPr id="43036" name="Oval 28"/>
          <p:cNvSpPr>
            <a:spLocks noChangeArrowheads="1"/>
          </p:cNvSpPr>
          <p:nvPr/>
        </p:nvSpPr>
        <p:spPr bwMode="auto">
          <a:xfrm>
            <a:off x="11127317" y="4127500"/>
            <a:ext cx="206422" cy="237604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 sz="1600"/>
          </a:p>
        </p:txBody>
      </p:sp>
      <p:sp>
        <p:nvSpPr>
          <p:cNvPr id="43037" name="Oval 29"/>
          <p:cNvSpPr>
            <a:spLocks noChangeArrowheads="1"/>
          </p:cNvSpPr>
          <p:nvPr/>
        </p:nvSpPr>
        <p:spPr bwMode="auto">
          <a:xfrm>
            <a:off x="11506201" y="4127500"/>
            <a:ext cx="206423" cy="237604"/>
          </a:xfrm>
          <a:prstGeom prst="ellipse">
            <a:avLst/>
          </a:prstGeom>
          <a:solidFill>
            <a:schemeClr val="folHlink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 sz="1600"/>
          </a:p>
        </p:txBody>
      </p:sp>
      <p:sp>
        <p:nvSpPr>
          <p:cNvPr id="43038" name="Oval 30"/>
          <p:cNvSpPr>
            <a:spLocks noChangeArrowheads="1"/>
          </p:cNvSpPr>
          <p:nvPr/>
        </p:nvSpPr>
        <p:spPr bwMode="auto">
          <a:xfrm>
            <a:off x="9990668" y="4411662"/>
            <a:ext cx="206423" cy="235747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 sz="1600"/>
          </a:p>
        </p:txBody>
      </p:sp>
      <p:sp>
        <p:nvSpPr>
          <p:cNvPr id="43039" name="Oval 31"/>
          <p:cNvSpPr>
            <a:spLocks noChangeArrowheads="1"/>
          </p:cNvSpPr>
          <p:nvPr/>
        </p:nvSpPr>
        <p:spPr bwMode="auto">
          <a:xfrm>
            <a:off x="10369551" y="4411662"/>
            <a:ext cx="206422" cy="235747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 sz="1600"/>
          </a:p>
        </p:txBody>
      </p:sp>
      <p:sp>
        <p:nvSpPr>
          <p:cNvPr id="43040" name="Oval 32"/>
          <p:cNvSpPr>
            <a:spLocks noChangeArrowheads="1"/>
          </p:cNvSpPr>
          <p:nvPr/>
        </p:nvSpPr>
        <p:spPr bwMode="auto">
          <a:xfrm>
            <a:off x="10748434" y="4411662"/>
            <a:ext cx="206423" cy="235747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 sz="1600"/>
          </a:p>
        </p:txBody>
      </p:sp>
      <p:sp>
        <p:nvSpPr>
          <p:cNvPr id="43041" name="Oval 33"/>
          <p:cNvSpPr>
            <a:spLocks noChangeArrowheads="1"/>
          </p:cNvSpPr>
          <p:nvPr/>
        </p:nvSpPr>
        <p:spPr bwMode="auto">
          <a:xfrm>
            <a:off x="11127317" y="4411662"/>
            <a:ext cx="206422" cy="235747"/>
          </a:xfrm>
          <a:prstGeom prst="ellipse">
            <a:avLst/>
          </a:prstGeom>
          <a:solidFill>
            <a:schemeClr val="folHlink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 sz="1600"/>
          </a:p>
        </p:txBody>
      </p:sp>
      <p:sp>
        <p:nvSpPr>
          <p:cNvPr id="43042" name="Oval 34"/>
          <p:cNvSpPr>
            <a:spLocks noChangeArrowheads="1"/>
          </p:cNvSpPr>
          <p:nvPr/>
        </p:nvSpPr>
        <p:spPr bwMode="auto">
          <a:xfrm>
            <a:off x="9990668" y="4695826"/>
            <a:ext cx="206423" cy="235748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 sz="1600"/>
          </a:p>
        </p:txBody>
      </p:sp>
      <p:sp>
        <p:nvSpPr>
          <p:cNvPr id="43043" name="Oval 35"/>
          <p:cNvSpPr>
            <a:spLocks noChangeArrowheads="1"/>
          </p:cNvSpPr>
          <p:nvPr/>
        </p:nvSpPr>
        <p:spPr bwMode="auto">
          <a:xfrm>
            <a:off x="10369551" y="4695826"/>
            <a:ext cx="206422" cy="235748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 sz="1600"/>
          </a:p>
        </p:txBody>
      </p:sp>
      <p:sp>
        <p:nvSpPr>
          <p:cNvPr id="43044" name="Oval 36"/>
          <p:cNvSpPr>
            <a:spLocks noChangeArrowheads="1"/>
          </p:cNvSpPr>
          <p:nvPr/>
        </p:nvSpPr>
        <p:spPr bwMode="auto">
          <a:xfrm>
            <a:off x="10748434" y="4695826"/>
            <a:ext cx="206423" cy="235748"/>
          </a:xfrm>
          <a:prstGeom prst="ellipse">
            <a:avLst/>
          </a:prstGeom>
          <a:solidFill>
            <a:schemeClr val="folHlink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 sz="1600"/>
          </a:p>
        </p:txBody>
      </p:sp>
      <p:sp>
        <p:nvSpPr>
          <p:cNvPr id="43045" name="Oval 37"/>
          <p:cNvSpPr>
            <a:spLocks noChangeArrowheads="1"/>
          </p:cNvSpPr>
          <p:nvPr/>
        </p:nvSpPr>
        <p:spPr bwMode="auto">
          <a:xfrm>
            <a:off x="11127317" y="4695826"/>
            <a:ext cx="206422" cy="235748"/>
          </a:xfrm>
          <a:prstGeom prst="ellipse">
            <a:avLst/>
          </a:prstGeom>
          <a:solidFill>
            <a:schemeClr val="folHlink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 sz="1600"/>
          </a:p>
        </p:txBody>
      </p:sp>
      <p:sp>
        <p:nvSpPr>
          <p:cNvPr id="43046" name="Oval 38"/>
          <p:cNvSpPr>
            <a:spLocks noChangeArrowheads="1"/>
          </p:cNvSpPr>
          <p:nvPr/>
        </p:nvSpPr>
        <p:spPr bwMode="auto">
          <a:xfrm>
            <a:off x="10369551" y="4979987"/>
            <a:ext cx="206422" cy="235747"/>
          </a:xfrm>
          <a:prstGeom prst="ellipse">
            <a:avLst/>
          </a:prstGeom>
          <a:solidFill>
            <a:schemeClr val="folHlink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 sz="1600"/>
          </a:p>
        </p:txBody>
      </p:sp>
      <p:sp>
        <p:nvSpPr>
          <p:cNvPr id="43047" name="Oval 39"/>
          <p:cNvSpPr>
            <a:spLocks noChangeArrowheads="1"/>
          </p:cNvSpPr>
          <p:nvPr/>
        </p:nvSpPr>
        <p:spPr bwMode="auto">
          <a:xfrm>
            <a:off x="11127317" y="4979987"/>
            <a:ext cx="206422" cy="235747"/>
          </a:xfrm>
          <a:prstGeom prst="ellipse">
            <a:avLst/>
          </a:prstGeom>
          <a:solidFill>
            <a:srgbClr val="FFC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 sz="1600"/>
          </a:p>
        </p:txBody>
      </p:sp>
      <p:sp>
        <p:nvSpPr>
          <p:cNvPr id="43048" name="Line 40"/>
          <p:cNvSpPr>
            <a:spLocks noChangeShapeType="1"/>
          </p:cNvSpPr>
          <p:nvPr/>
        </p:nvSpPr>
        <p:spPr bwMode="auto">
          <a:xfrm>
            <a:off x="406400" y="2819400"/>
            <a:ext cx="109728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 sz="1600"/>
          </a:p>
        </p:txBody>
      </p:sp>
      <p:pic>
        <p:nvPicPr>
          <p:cNvPr id="40" name="그림 3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49942"/>
            <a:ext cx="12192000" cy="1535441"/>
          </a:xfrm>
          <a:prstGeom prst="rect">
            <a:avLst/>
          </a:prstGeom>
        </p:spPr>
      </p:pic>
      <p:pic>
        <p:nvPicPr>
          <p:cNvPr id="45" name="그림 4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4361" r="71363" b="8936"/>
          <a:stretch/>
        </p:blipFill>
        <p:spPr>
          <a:xfrm>
            <a:off x="469805" y="2886516"/>
            <a:ext cx="1288412" cy="1288412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51" name="Picture 2" descr="https://upload.wikimedia.org/wikipedia/commons/thumb/a/a1/CC-BY-SA_icon_orange.svg/800px-CC-BY-SA_icon_orange.svg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55" y="5299307"/>
            <a:ext cx="1944216" cy="68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827888" y="2886516"/>
            <a:ext cx="1243703" cy="1288411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6"/>
          <a:srcRect l="7158" t="2705" b="7266"/>
          <a:stretch/>
        </p:blipFill>
        <p:spPr>
          <a:xfrm>
            <a:off x="3141262" y="2886516"/>
            <a:ext cx="1343371" cy="1288412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0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0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30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30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30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30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3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30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30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3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30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30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30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30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30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30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3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30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30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3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30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30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3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3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3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3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30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30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3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30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30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3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30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30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3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30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30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3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"/>
                            </p:stCondLst>
                            <p:childTnLst>
                              <p:par>
                                <p:cTn id="78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30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30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3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30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30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3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30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30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3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000"/>
                            </p:stCondLst>
                            <p:childTnLst>
                              <p:par>
                                <p:cTn id="9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43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430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3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30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430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3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3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3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3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30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30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3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430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30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3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2500"/>
                            </p:stCondLst>
                            <p:childTnLst>
                              <p:par>
                                <p:cTn id="12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30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430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3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430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430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3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430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430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3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430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430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3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430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430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43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430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430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43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3000"/>
                            </p:stCondLst>
                            <p:childTnLst>
                              <p:par>
                                <p:cTn id="15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430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430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43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430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430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43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430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430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3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7" grpId="0" animBg="1"/>
      <p:bldP spid="43018" grpId="0" animBg="1"/>
      <p:bldP spid="43019" grpId="0" animBg="1"/>
      <p:bldP spid="43020" grpId="0" animBg="1"/>
      <p:bldP spid="43021" grpId="0" animBg="1"/>
      <p:bldP spid="43022" grpId="0" animBg="1"/>
      <p:bldP spid="43023" grpId="0" animBg="1"/>
      <p:bldP spid="43024" grpId="0" animBg="1"/>
      <p:bldP spid="43025" grpId="0" animBg="1"/>
      <p:bldP spid="43026" grpId="0" animBg="1"/>
      <p:bldP spid="43027" grpId="0" animBg="1"/>
      <p:bldP spid="43028" grpId="0" animBg="1"/>
      <p:bldP spid="43029" grpId="0" animBg="1"/>
      <p:bldP spid="43030" grpId="0" animBg="1"/>
      <p:bldP spid="43031" grpId="0" animBg="1"/>
      <p:bldP spid="43032" grpId="0" animBg="1"/>
      <p:bldP spid="43033" grpId="0" animBg="1"/>
      <p:bldP spid="43034" grpId="0" animBg="1"/>
      <p:bldP spid="43035" grpId="0" animBg="1"/>
      <p:bldP spid="43036" grpId="0" animBg="1"/>
      <p:bldP spid="43037" grpId="0" animBg="1"/>
      <p:bldP spid="43038" grpId="0" animBg="1"/>
      <p:bldP spid="43039" grpId="0" animBg="1"/>
      <p:bldP spid="43040" grpId="0" animBg="1"/>
      <p:bldP spid="43041" grpId="0" animBg="1"/>
      <p:bldP spid="43042" grpId="0" animBg="1"/>
      <p:bldP spid="43043" grpId="0" animBg="1"/>
      <p:bldP spid="43044" grpId="0" animBg="1"/>
      <p:bldP spid="43045" grpId="0" animBg="1"/>
      <p:bldP spid="43046" grpId="0" animBg="1"/>
      <p:bldP spid="43047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1010939" cy="877870"/>
          </a:xfrm>
        </p:spPr>
        <p:txBody>
          <a:bodyPr/>
          <a:lstStyle>
            <a:lvl1pPr>
              <a:defRPr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214423"/>
            <a:ext cx="10972800" cy="4916503"/>
          </a:xfrm>
        </p:spPr>
        <p:txBody>
          <a:bodyPr/>
          <a:lstStyle>
            <a:lvl1pPr>
              <a:defRPr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  <a:lvl2pPr>
              <a:defRPr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2pPr>
            <a:lvl3pPr>
              <a:defRPr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3pPr>
            <a:lvl4pPr>
              <a:defRPr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4pPr>
            <a:lvl5pPr>
              <a:defRPr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5/224</a:t>
            </a: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E8F87B-55E2-4F93-9C08-6B53E4C1F60C}" type="slidenum">
              <a:rPr lang="en-US" altLang="ko-KR"/>
              <a:pPr/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5/224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274FB2-91ED-4FEE-8288-80195EE42CD2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>
            <a:lvl1pPr>
              <a:defRPr sz="28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  <a:lvl2pPr>
              <a:defRPr sz="2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2pPr>
            <a:lvl3pPr>
              <a:defRPr sz="20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3pPr>
            <a:lvl4pPr>
              <a:defRPr sz="18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4pPr>
            <a:lvl5pPr>
              <a:defRPr sz="18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>
            <a:lvl1pPr>
              <a:defRPr sz="28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  <a:lvl2pPr>
              <a:defRPr sz="2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2pPr>
            <a:lvl3pPr>
              <a:defRPr sz="20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3pPr>
            <a:lvl4pPr>
              <a:defRPr sz="18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4pPr>
            <a:lvl5pPr>
              <a:defRPr sz="18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5/224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4BB013-86EF-4139-8167-B6F2E1F1AE96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  <a:lvl2pPr>
              <a:defRPr sz="20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2pPr>
            <a:lvl3pPr>
              <a:defRPr sz="18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3pPr>
            <a:lvl4pPr>
              <a:defRPr sz="16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4pPr>
            <a:lvl5pPr>
              <a:defRPr sz="16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  <a:lvl2pPr>
              <a:defRPr sz="20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2pPr>
            <a:lvl3pPr>
              <a:defRPr sz="18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3pPr>
            <a:lvl4pPr>
              <a:defRPr sz="16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4pPr>
            <a:lvl5pPr>
              <a:defRPr sz="16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5/224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319CCB-9F24-4D6C-92BE-5E40E40C38CF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5/224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3F5E63-638F-4C9F-9DA7-522510F759F1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5/224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EBEBFD-EDEA-49E7-A85B-0C802EA5F7EF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  <a:lvl2pPr>
              <a:defRPr sz="28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2pPr>
            <a:lvl3pPr>
              <a:defRPr sz="2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3pPr>
            <a:lvl4pPr>
              <a:defRPr sz="20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4pPr>
            <a:lvl5pPr>
              <a:defRPr sz="20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5/224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0652B4-7A6F-485C-8D8C-AA321EBB57A8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5/224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E7CAEA-3470-40CD-A098-65C40B92F9E2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  <a:lvl2pPr>
              <a:defRPr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2pPr>
            <a:lvl3pPr>
              <a:defRPr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3pPr>
            <a:lvl4pPr>
              <a:defRPr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4pPr>
            <a:lvl5pPr>
              <a:defRPr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5/224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5640F7-A197-4F39-83E1-A333EECFD9F0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>
            <a:lvl1pPr>
              <a:defRPr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>
            <a:lvl1pPr>
              <a:defRPr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  <a:lvl2pPr>
              <a:defRPr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2pPr>
            <a:lvl3pPr>
              <a:defRPr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3pPr>
            <a:lvl4pPr>
              <a:defRPr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4pPr>
            <a:lvl5pPr>
              <a:defRPr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5/224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74BEEF-90FA-44C5-93B7-6591080F5356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609600" y="122239"/>
            <a:ext cx="10972800" cy="6008687"/>
          </a:xfrm>
        </p:spPr>
        <p:txBody>
          <a:bodyPr/>
          <a:lstStyle>
            <a:lvl1pPr>
              <a:defRPr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  <a:lvl2pPr>
              <a:defRPr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2pPr>
            <a:lvl3pPr>
              <a:defRPr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3pPr>
            <a:lvl4pPr>
              <a:defRPr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4pPr>
            <a:lvl5pPr>
              <a:defRPr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5/224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6F0C3493-D8FD-4EE1-B728-19282D8A534F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1010939" cy="663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4198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071547"/>
            <a:ext cx="10972800" cy="5059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198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defRPr kumimoji="0" sz="1000" b="0">
                <a:latin typeface="+mn-lt"/>
              </a:defRPr>
            </a:lvl1pPr>
          </a:lstStyle>
          <a:p>
            <a:endParaRPr lang="en-US" altLang="ko-KR"/>
          </a:p>
        </p:txBody>
      </p:sp>
      <p:sp>
        <p:nvSpPr>
          <p:cNvPr id="4199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51992" y="6429396"/>
            <a:ext cx="2844800" cy="276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defRPr kumimoji="0" sz="1200" b="1">
                <a:latin typeface="+mn-lt"/>
              </a:defRPr>
            </a:lvl1pPr>
          </a:lstStyle>
          <a:p>
            <a:fld id="{FD2264A7-BF29-49EA-ABDD-F7A47F87D90E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sp>
        <p:nvSpPr>
          <p:cNvPr id="42" name="바닥글 개체 틀 41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 dirty="0"/>
              <a:t>5/224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09600" y="6287264"/>
            <a:ext cx="1647825" cy="4381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hf hdr="0" ft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3600" b="1">
          <a:solidFill>
            <a:srgbClr val="6600FF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3900" b="1">
          <a:solidFill>
            <a:srgbClr val="0066FF"/>
          </a:solidFill>
          <a:latin typeface="Arial" pitchFamily="34" charset="0"/>
          <a:ea typeface="굴림" pitchFamily="50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3900" b="1">
          <a:solidFill>
            <a:srgbClr val="0066FF"/>
          </a:solidFill>
          <a:latin typeface="Arial" pitchFamily="34" charset="0"/>
          <a:ea typeface="굴림" pitchFamily="50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3900" b="1">
          <a:solidFill>
            <a:srgbClr val="0066FF"/>
          </a:solidFill>
          <a:latin typeface="Arial" pitchFamily="34" charset="0"/>
          <a:ea typeface="굴림" pitchFamily="50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3900" b="1">
          <a:solidFill>
            <a:srgbClr val="0066FF"/>
          </a:solidFill>
          <a:latin typeface="Arial" pitchFamily="34" charset="0"/>
          <a:ea typeface="굴림" pitchFamily="50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900" b="1">
          <a:solidFill>
            <a:srgbClr val="0066FF"/>
          </a:solidFill>
          <a:latin typeface="Arial" pitchFamily="34" charset="0"/>
          <a:ea typeface="굴림" pitchFamily="50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900" b="1">
          <a:solidFill>
            <a:srgbClr val="0066FF"/>
          </a:solidFill>
          <a:latin typeface="Arial" pitchFamily="34" charset="0"/>
          <a:ea typeface="굴림" pitchFamily="50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900" b="1">
          <a:solidFill>
            <a:srgbClr val="0066FF"/>
          </a:solidFill>
          <a:latin typeface="Arial" pitchFamily="34" charset="0"/>
          <a:ea typeface="굴림" pitchFamily="50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900" b="1">
          <a:solidFill>
            <a:srgbClr val="0066FF"/>
          </a:solidFill>
          <a:latin typeface="Arial" pitchFamily="34" charset="0"/>
          <a:ea typeface="굴림" pitchFamily="50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kumimoji="1" sz="30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692150" indent="-347663" algn="l" rtl="0" eaLnBrk="1" fontAlgn="base" latinLnBrk="1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kumimoji="1" sz="26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987425" indent="-293688" algn="l" rtl="0" eaLnBrk="1" fontAlgn="base" latinLnBrk="1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kumimoji="1" sz="23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281113" indent="-292100" algn="l" rtl="0" eaLnBrk="1" fontAlgn="base" latinLnBrk="1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598613" indent="-315913" algn="l" rtl="0" eaLnBrk="1" fontAlgn="base" latinLnBrk="1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kumimoji="1" sz="20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055813" indent="-315913" algn="l" rtl="0" eaLnBrk="1" fontAlgn="base" latinLnBrk="1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13013" indent="-315913" algn="l" rtl="0" eaLnBrk="1" fontAlgn="base" latinLnBrk="1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2970213" indent="-315913" algn="l" rtl="0" eaLnBrk="1" fontAlgn="base" latinLnBrk="1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427413" indent="-315913" algn="l" rtl="0" eaLnBrk="1" fontAlgn="base" latinLnBrk="1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47920" y="1612685"/>
            <a:ext cx="1440160" cy="846545"/>
          </a:xfrm>
          <a:prstGeom prst="rect">
            <a:avLst/>
          </a:prstGeom>
        </p:spPr>
      </p:pic>
      <p:sp>
        <p:nvSpPr>
          <p:cNvPr id="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727847" y="4077072"/>
            <a:ext cx="4735769" cy="1334716"/>
          </a:xfrm>
          <a:ln/>
        </p:spPr>
        <p:txBody>
          <a:bodyPr/>
          <a:lstStyle/>
          <a:p>
            <a:pPr>
              <a:defRPr/>
            </a:pPr>
            <a:r>
              <a:rPr lang="ko-KR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김규현</a:t>
            </a:r>
            <a:endParaRPr lang="en-US" altLang="ko-KR" sz="3600" dirty="0">
              <a:solidFill>
                <a:schemeClr val="tx1">
                  <a:lumMod val="75000"/>
                  <a:lumOff val="25000"/>
                </a:schemeClr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임베디드시스템공학과</a:t>
            </a:r>
            <a:endParaRPr lang="en-US" altLang="ko-KR" sz="2800" dirty="0">
              <a:solidFill>
                <a:schemeClr val="accent2">
                  <a:lumMod val="75000"/>
                </a:schemeClr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12" name="제목 1"/>
          <p:cNvSpPr>
            <a:spLocks noGrp="1"/>
          </p:cNvSpPr>
          <p:nvPr>
            <p:ph type="ctrTitle"/>
          </p:nvPr>
        </p:nvSpPr>
        <p:spPr>
          <a:xfrm>
            <a:off x="551384" y="825631"/>
            <a:ext cx="9042400" cy="1633600"/>
          </a:xfrm>
        </p:spPr>
        <p:txBody>
          <a:bodyPr/>
          <a:lstStyle/>
          <a:p>
            <a:r>
              <a:rPr lang="ko-KR" altLang="en-US" sz="5400">
                <a:solidFill>
                  <a:schemeClr val="accent6">
                    <a:lumMod val="50000"/>
                  </a:schemeClr>
                </a:solidFill>
              </a:rPr>
              <a:t>기</a:t>
            </a:r>
            <a:r>
              <a:rPr lang="ko-KR" altLang="en-US" sz="5400">
                <a:solidFill>
                  <a:schemeClr val="accent1">
                    <a:lumMod val="75000"/>
                  </a:schemeClr>
                </a:solidFill>
              </a:rPr>
              <a:t>말</a:t>
            </a:r>
            <a:r>
              <a:rPr lang="ko-KR" altLang="en-US" sz="5400">
                <a:solidFill>
                  <a:schemeClr val="accent2">
                    <a:lumMod val="75000"/>
                  </a:schemeClr>
                </a:solidFill>
              </a:rPr>
              <a:t>고</a:t>
            </a:r>
            <a:r>
              <a:rPr lang="ko-KR" altLang="en-US" sz="5400">
                <a:solidFill>
                  <a:srgbClr val="FFC000"/>
                </a:solidFill>
              </a:rPr>
              <a:t>사</a:t>
            </a:r>
            <a:r>
              <a:rPr lang="el-GR" altLang="ko-KR" sz="3600">
                <a:solidFill>
                  <a:schemeClr val="accent5">
                    <a:lumMod val="50000"/>
                  </a:schemeClr>
                </a:solidFill>
              </a:rPr>
              <a:t>α</a:t>
            </a:r>
            <a:r>
              <a:rPr lang="ko-KR" altLang="en-US" sz="5400">
                <a:solidFill>
                  <a:srgbClr val="FFC000"/>
                </a:solidFill>
              </a:rPr>
              <a:t> </a:t>
            </a:r>
            <a:r>
              <a:rPr lang="en-US" altLang="ko-KR" sz="3200">
                <a:solidFill>
                  <a:schemeClr val="accent6">
                    <a:lumMod val="75000"/>
                  </a:schemeClr>
                </a:solidFill>
              </a:rPr>
              <a:t>20</a:t>
            </a:r>
            <a:r>
              <a:rPr lang="en-US" altLang="ko-KR" sz="3200">
                <a:solidFill>
                  <a:srgbClr val="00B050"/>
                </a:solidFill>
              </a:rPr>
              <a:t>2</a:t>
            </a:r>
            <a:r>
              <a:rPr lang="en-US" altLang="ko-KR" sz="3200">
                <a:solidFill>
                  <a:srgbClr val="C00000"/>
                </a:solidFill>
              </a:rPr>
              <a:t>3</a:t>
            </a:r>
            <a:endParaRPr lang="ko-KR" altLang="en-US" sz="1800" dirty="0">
              <a:solidFill>
                <a:srgbClr val="C00000"/>
              </a:solidFill>
            </a:endParaRPr>
          </a:p>
        </p:txBody>
      </p:sp>
      <p:sp>
        <p:nvSpPr>
          <p:cNvPr id="14" name="제목 1"/>
          <p:cNvSpPr txBox="1">
            <a:spLocks/>
          </p:cNvSpPr>
          <p:nvPr/>
        </p:nvSpPr>
        <p:spPr bwMode="auto">
          <a:xfrm>
            <a:off x="4439816" y="3068960"/>
            <a:ext cx="5000230" cy="8848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rgbClr val="6600FF"/>
                </a:solidFill>
                <a:latin typeface="+mj-lt"/>
                <a:ea typeface="+mj-ea"/>
                <a:cs typeface="+mj-cs"/>
              </a:defRPr>
            </a:lvl1pPr>
            <a:lvl2pPr algn="l" rtl="0" fontAlgn="base" latinLnBrk="1">
              <a:spcBef>
                <a:spcPct val="0"/>
              </a:spcBef>
              <a:spcAft>
                <a:spcPct val="0"/>
              </a:spcAft>
              <a:defRPr kumimoji="1" sz="3900" b="1">
                <a:solidFill>
                  <a:srgbClr val="0066FF"/>
                </a:solidFill>
                <a:latin typeface="Arial" pitchFamily="34" charset="0"/>
                <a:ea typeface="굴림" pitchFamily="50" charset="-127"/>
              </a:defRPr>
            </a:lvl2pPr>
            <a:lvl3pPr algn="l" rtl="0" fontAlgn="base" latinLnBrk="1">
              <a:spcBef>
                <a:spcPct val="0"/>
              </a:spcBef>
              <a:spcAft>
                <a:spcPct val="0"/>
              </a:spcAft>
              <a:defRPr kumimoji="1" sz="3900" b="1">
                <a:solidFill>
                  <a:srgbClr val="0066FF"/>
                </a:solidFill>
                <a:latin typeface="Arial" pitchFamily="34" charset="0"/>
                <a:ea typeface="굴림" pitchFamily="50" charset="-127"/>
              </a:defRPr>
            </a:lvl3pPr>
            <a:lvl4pPr algn="l" rtl="0" fontAlgn="base" latinLnBrk="1">
              <a:spcBef>
                <a:spcPct val="0"/>
              </a:spcBef>
              <a:spcAft>
                <a:spcPct val="0"/>
              </a:spcAft>
              <a:defRPr kumimoji="1" sz="3900" b="1">
                <a:solidFill>
                  <a:srgbClr val="0066FF"/>
                </a:solidFill>
                <a:latin typeface="Arial" pitchFamily="34" charset="0"/>
                <a:ea typeface="굴림" pitchFamily="50" charset="-127"/>
              </a:defRPr>
            </a:lvl4pPr>
            <a:lvl5pPr algn="l" rtl="0" fontAlgn="base" latinLnBrk="1">
              <a:spcBef>
                <a:spcPct val="0"/>
              </a:spcBef>
              <a:spcAft>
                <a:spcPct val="0"/>
              </a:spcAft>
              <a:defRPr kumimoji="1" sz="3900" b="1">
                <a:solidFill>
                  <a:srgbClr val="0066FF"/>
                </a:solidFill>
                <a:latin typeface="Arial" pitchFamily="34" charset="0"/>
                <a:ea typeface="굴림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900" b="1">
                <a:solidFill>
                  <a:srgbClr val="0066FF"/>
                </a:solidFill>
                <a:latin typeface="Arial" pitchFamily="34" charset="0"/>
                <a:ea typeface="굴림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900" b="1">
                <a:solidFill>
                  <a:srgbClr val="0066FF"/>
                </a:solidFill>
                <a:latin typeface="Arial" pitchFamily="34" charset="0"/>
                <a:ea typeface="굴림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900" b="1">
                <a:solidFill>
                  <a:srgbClr val="0066FF"/>
                </a:solidFill>
                <a:latin typeface="Arial" pitchFamily="34" charset="0"/>
                <a:ea typeface="굴림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900" b="1">
                <a:solidFill>
                  <a:srgbClr val="0066FF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lang="en-US" altLang="ko-KR" sz="3200" kern="0" dirty="0">
                <a:solidFill>
                  <a:srgbClr val="7030A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Matlab </a:t>
            </a:r>
            <a:r>
              <a:rPr lang="ko-KR" altLang="en-US" sz="3200" kern="0" dirty="0">
                <a:solidFill>
                  <a:srgbClr val="7030A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프로그래밍</a:t>
            </a:r>
          </a:p>
        </p:txBody>
      </p:sp>
      <p:sp>
        <p:nvSpPr>
          <p:cNvPr id="6" name="직사각형 5"/>
          <p:cNvSpPr/>
          <p:nvPr/>
        </p:nvSpPr>
        <p:spPr bwMode="auto">
          <a:xfrm>
            <a:off x="0" y="0"/>
            <a:ext cx="12192000" cy="116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3377060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문제 </a:t>
            </a:r>
            <a:r>
              <a:rPr lang="en-US" altLang="ko-KR"/>
              <a:t>1. </a:t>
            </a:r>
            <a:r>
              <a:rPr lang="ko-KR" altLang="en-US"/>
              <a:t>변화하는 숫자 패널 만들기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8F87B-55E2-4F93-9C08-6B53E4C1F60C}" type="slidenum">
              <a:rPr lang="en-US" altLang="ko-KR" smtClean="0"/>
              <a:pPr/>
              <a:t>2</a:t>
            </a:fld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ko-KR" altLang="en-US"/>
              <a:t>매트랩에서 </a:t>
            </a:r>
            <a:r>
              <a:rPr lang="en-US" altLang="ko-KR"/>
              <a:t>p1_numbers</a:t>
            </a:r>
            <a:r>
              <a:rPr lang="ko-KR" altLang="en-US"/>
              <a:t>를 실행하고</a:t>
            </a:r>
            <a:br>
              <a:rPr lang="en-US" altLang="ko-KR"/>
            </a:br>
            <a:r>
              <a:rPr lang="ko-KR" altLang="en-US"/>
              <a:t>이와 같이 동작하는 매트랩 프로그램</a:t>
            </a:r>
            <a:br>
              <a:rPr lang="en-US" altLang="ko-KR"/>
            </a:br>
            <a:r>
              <a:rPr lang="en-US" altLang="ko-KR"/>
              <a:t>my_p1_numbers.m</a:t>
            </a:r>
            <a:br>
              <a:rPr lang="en-US" altLang="ko-KR"/>
            </a:br>
            <a:r>
              <a:rPr lang="ko-KR" altLang="en-US"/>
              <a:t>을 작성하시오</a:t>
            </a:r>
            <a:r>
              <a:rPr lang="en-US" altLang="ko-KR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8B0A685-3D2F-4CFD-AA2A-ADE713133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176" y="1214423"/>
            <a:ext cx="3825572" cy="459525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2E2E3364-8B76-4024-AC95-2ED542940E20}"/>
              </a:ext>
            </a:extLst>
          </p:cNvPr>
          <p:cNvGrpSpPr/>
          <p:nvPr/>
        </p:nvGrpSpPr>
        <p:grpSpPr>
          <a:xfrm>
            <a:off x="1439889" y="5521649"/>
            <a:ext cx="3103240" cy="576064"/>
            <a:chOff x="1336576" y="4725144"/>
            <a:chExt cx="3103240" cy="576064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1FEBC5DD-917B-4E02-AB20-0B761C1FEC85}"/>
                </a:ext>
              </a:extLst>
            </p:cNvPr>
            <p:cNvSpPr/>
            <p:nvPr/>
          </p:nvSpPr>
          <p:spPr bwMode="auto">
            <a:xfrm>
              <a:off x="1336576" y="4725144"/>
              <a:ext cx="2023120" cy="576064"/>
            </a:xfrm>
            <a:prstGeom prst="roundRect">
              <a:avLst>
                <a:gd name="adj" fmla="val 50000"/>
              </a:avLst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  <a:normAutofit/>
            </a:bodyPr>
            <a:lstStyle/>
            <a:p>
              <a:pPr marL="0" marR="0" indent="0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함초롬바탕" panose="02030604000101010101" pitchFamily="18" charset="-127"/>
                  <a:ea typeface="함초롬바탕" panose="02030604000101010101" pitchFamily="18" charset="-127"/>
                  <a:cs typeface="함초롬바탕" panose="02030604000101010101" pitchFamily="18" charset="-127"/>
                </a:rPr>
                <a:t>나의 예상 점수</a:t>
              </a:r>
              <a:endParaRPr kumimoji="1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0FA194E-53D4-49E1-B276-EC6A542D4D74}"/>
                </a:ext>
              </a:extLst>
            </p:cNvPr>
            <p:cNvSpPr/>
            <p:nvPr/>
          </p:nvSpPr>
          <p:spPr bwMode="auto">
            <a:xfrm>
              <a:off x="3143672" y="4725144"/>
              <a:ext cx="1296144" cy="576064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  <a:normAutofit/>
            </a:bodyPr>
            <a:lstStyle/>
            <a:p>
              <a:pPr marL="0" marR="0" indent="0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1800" b="0" dirty="0">
                  <a:solidFill>
                    <a:schemeClr val="tx1"/>
                  </a:solidFill>
                  <a:latin typeface="함초롬바탕" panose="02030604000101010101" pitchFamily="18" charset="-127"/>
                  <a:ea typeface="함초롬바탕" panose="02030604000101010101" pitchFamily="18" charset="-127"/>
                  <a:cs typeface="함초롬바탕" panose="02030604000101010101" pitchFamily="18" charset="-127"/>
                </a:rPr>
                <a:t>25</a:t>
              </a:r>
              <a:r>
                <a:rPr kumimoji="1" lang="en-US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함초롬바탕" panose="02030604000101010101" pitchFamily="18" charset="-127"/>
                  <a:ea typeface="함초롬바탕" panose="02030604000101010101" pitchFamily="18" charset="-127"/>
                  <a:cs typeface="함초롬바탕" panose="02030604000101010101" pitchFamily="18" charset="-127"/>
                </a:rPr>
                <a:t> / 25</a:t>
              </a:r>
              <a:endParaRPr kumimoji="1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80309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56263E-0CA0-4CD6-B006-1FE692ADD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평가 요소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F564E9-D6BF-48F4-AB55-FBB00C98C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ko-KR" altLang="en-US"/>
              <a:t>동작이 올바른가요</a:t>
            </a:r>
            <a:r>
              <a:rPr lang="en-US" altLang="ko-KR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/>
              <a:t>실행할 때 경고 메시지가 없나요</a:t>
            </a:r>
            <a:r>
              <a:rPr lang="en-US" altLang="ko-KR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/>
              <a:t>실행 후 창을 닫고 또 실행하기를 반복해도 경고 메시지나 오류가 없나요</a:t>
            </a:r>
            <a:r>
              <a:rPr lang="en-US" altLang="ko-KR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/>
              <a:t>변화 주기가 샘플 프로그램과 동일한가요</a:t>
            </a:r>
            <a:r>
              <a:rPr lang="en-US" altLang="ko-KR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/>
              <a:t>텍스트 폰트 크기는 비슷한가요</a:t>
            </a:r>
            <a:r>
              <a:rPr lang="en-US" altLang="ko-KR"/>
              <a:t>?</a:t>
            </a:r>
          </a:p>
          <a:p>
            <a:pPr marL="514350" indent="-514350">
              <a:buFont typeface="+mj-lt"/>
              <a:buAutoNum type="arabicPeriod"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73344D-8493-4080-B882-2BA0434CE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8F87B-55E2-4F93-9C08-6B53E4C1F60C}" type="slidenum">
              <a:rPr lang="en-US" altLang="ko-KR" smtClean="0"/>
              <a:pPr/>
              <a:t>3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98042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문제 </a:t>
            </a:r>
            <a:r>
              <a:rPr lang="en-US" altLang="ko-KR" dirty="0"/>
              <a:t>2</a:t>
            </a:r>
            <a:r>
              <a:rPr lang="en-US" altLang="ko-KR"/>
              <a:t>. </a:t>
            </a:r>
            <a:r>
              <a:rPr lang="ko-KR" altLang="en-US"/>
              <a:t>마우스를 따라 동그라미 그리기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8F87B-55E2-4F93-9C08-6B53E4C1F60C}" type="slidenum">
              <a:rPr lang="en-US" altLang="ko-KR" smtClean="0"/>
              <a:pPr/>
              <a:t>4</a:t>
            </a:fld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ko-KR" altLang="en-US"/>
              <a:t>매트랩에서 </a:t>
            </a:r>
            <a:r>
              <a:rPr lang="en-US" altLang="ko-KR"/>
              <a:t>p2_circles</a:t>
            </a:r>
            <a:r>
              <a:rPr lang="ko-KR" altLang="en-US"/>
              <a:t>를 실행하고</a:t>
            </a:r>
            <a:br>
              <a:rPr lang="en-US" altLang="ko-KR"/>
            </a:br>
            <a:r>
              <a:rPr lang="ko-KR" altLang="en-US"/>
              <a:t>이와 같이 동작하는 </a:t>
            </a:r>
            <a:br>
              <a:rPr lang="en-US" altLang="ko-KR"/>
            </a:br>
            <a:r>
              <a:rPr lang="ko-KR" altLang="en-US"/>
              <a:t>매트랩 프로그램</a:t>
            </a:r>
            <a:br>
              <a:rPr lang="en-US" altLang="ko-KR"/>
            </a:br>
            <a:r>
              <a:rPr lang="en-US" altLang="ko-KR"/>
              <a:t>my_p2_circles.m</a:t>
            </a:r>
            <a:br>
              <a:rPr lang="en-US" altLang="ko-KR"/>
            </a:br>
            <a:r>
              <a:rPr lang="ko-KR" altLang="en-US"/>
              <a:t>을 작성하시오</a:t>
            </a:r>
            <a:r>
              <a:rPr lang="en-US" altLang="ko-KR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9D7A0E9-7D2F-4D71-A022-5E33E8A8F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140" y="1329910"/>
            <a:ext cx="5349704" cy="480101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A417DEEA-AB5D-49B6-AD00-B0CBDDE546C6}"/>
              </a:ext>
            </a:extLst>
          </p:cNvPr>
          <p:cNvGrpSpPr/>
          <p:nvPr/>
        </p:nvGrpSpPr>
        <p:grpSpPr>
          <a:xfrm>
            <a:off x="1439889" y="5521649"/>
            <a:ext cx="3103240" cy="576064"/>
            <a:chOff x="1336576" y="4725144"/>
            <a:chExt cx="3103240" cy="576064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EC4FEBFE-4A67-4095-8057-1C4CF31C5EC7}"/>
                </a:ext>
              </a:extLst>
            </p:cNvPr>
            <p:cNvSpPr/>
            <p:nvPr/>
          </p:nvSpPr>
          <p:spPr bwMode="auto">
            <a:xfrm>
              <a:off x="1336576" y="4725144"/>
              <a:ext cx="2023120" cy="576064"/>
            </a:xfrm>
            <a:prstGeom prst="roundRect">
              <a:avLst>
                <a:gd name="adj" fmla="val 50000"/>
              </a:avLst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  <a:normAutofit/>
            </a:bodyPr>
            <a:lstStyle/>
            <a:p>
              <a:pPr marL="0" marR="0" indent="0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함초롬바탕" panose="02030604000101010101" pitchFamily="18" charset="-127"/>
                  <a:ea typeface="함초롬바탕" panose="02030604000101010101" pitchFamily="18" charset="-127"/>
                  <a:cs typeface="함초롬바탕" panose="02030604000101010101" pitchFamily="18" charset="-127"/>
                </a:rPr>
                <a:t>나의 예상 점수</a:t>
              </a:r>
              <a:endParaRPr kumimoji="1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DB10DFB-8CA8-4CD1-9041-C88B03E86E3E}"/>
                </a:ext>
              </a:extLst>
            </p:cNvPr>
            <p:cNvSpPr/>
            <p:nvPr/>
          </p:nvSpPr>
          <p:spPr bwMode="auto">
            <a:xfrm>
              <a:off x="3143672" y="4725144"/>
              <a:ext cx="1296144" cy="576064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  <a:normAutofit/>
            </a:bodyPr>
            <a:lstStyle/>
            <a:p>
              <a:pPr marL="0" marR="0" indent="0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1800" b="0" dirty="0">
                  <a:solidFill>
                    <a:schemeClr val="tx1"/>
                  </a:solidFill>
                  <a:latin typeface="함초롬바탕" panose="02030604000101010101" pitchFamily="18" charset="-127"/>
                  <a:ea typeface="함초롬바탕" panose="02030604000101010101" pitchFamily="18" charset="-127"/>
                  <a:cs typeface="함초롬바탕" panose="02030604000101010101" pitchFamily="18" charset="-127"/>
                </a:rPr>
                <a:t>25</a:t>
              </a:r>
              <a:r>
                <a:rPr kumimoji="1" lang="en-US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함초롬바탕" panose="02030604000101010101" pitchFamily="18" charset="-127"/>
                  <a:ea typeface="함초롬바탕" panose="02030604000101010101" pitchFamily="18" charset="-127"/>
                  <a:cs typeface="함초롬바탕" panose="02030604000101010101" pitchFamily="18" charset="-127"/>
                </a:rPr>
                <a:t> / 25</a:t>
              </a:r>
              <a:endParaRPr kumimoji="1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0649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56263E-0CA0-4CD6-B006-1FE692ADD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평가 요소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F564E9-D6BF-48F4-AB55-FBB00C98C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ko-KR" altLang="en-US"/>
              <a:t>마우스를 그래프 창안에서 움직일 때 동작이 올바른가요</a:t>
            </a:r>
            <a:r>
              <a:rPr lang="en-US" altLang="ko-KR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/>
              <a:t>실행할 때 경고 메시지가 없나요</a:t>
            </a:r>
            <a:r>
              <a:rPr lang="en-US" altLang="ko-KR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/>
              <a:t>실행 후 창을 닫고 또 실행하기를 반복해도 경고 메시지나 오류가 없나요</a:t>
            </a:r>
            <a:r>
              <a:rPr lang="en-US" altLang="ko-KR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/>
              <a:t>마우스를 클릭할 때 동작이 일치하나요</a:t>
            </a:r>
            <a:r>
              <a:rPr lang="en-US" altLang="ko-KR"/>
              <a:t>?</a:t>
            </a:r>
          </a:p>
          <a:p>
            <a:pPr marL="0" indent="0">
              <a:buNone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73344D-8493-4080-B882-2BA0434CE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8F87B-55E2-4F93-9C08-6B53E4C1F60C}" type="slidenum">
              <a:rPr lang="en-US" altLang="ko-KR" smtClean="0"/>
              <a:pPr/>
              <a:t>5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61109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문제 </a:t>
            </a:r>
            <a:r>
              <a:rPr lang="en-US" altLang="ko-KR" dirty="0"/>
              <a:t>3</a:t>
            </a:r>
            <a:r>
              <a:rPr lang="en-US" altLang="ko-KR"/>
              <a:t>. </a:t>
            </a:r>
            <a:r>
              <a:rPr lang="ko-KR" altLang="en-US"/>
              <a:t>다항식의 극대</a:t>
            </a:r>
            <a:r>
              <a:rPr lang="en-US" altLang="ko-KR"/>
              <a:t>, </a:t>
            </a:r>
            <a:r>
              <a:rPr lang="ko-KR" altLang="en-US"/>
              <a:t>극소 구하기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8F87B-55E2-4F93-9C08-6B53E4C1F60C}" type="slidenum">
              <a:rPr lang="en-US" altLang="ko-KR" smtClean="0"/>
              <a:pPr/>
              <a:t>6</a:t>
            </a:fld>
            <a:endParaRPr lang="en-US" altLang="ko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214423"/>
                <a:ext cx="6422504" cy="4916503"/>
              </a:xfrm>
            </p:spPr>
            <p:txBody>
              <a:bodyPr/>
              <a:lstStyle/>
              <a:p>
                <a:pPr lvl="1"/>
                <a:r>
                  <a:rPr lang="ko-KR" altLang="en-US" dirty="0"/>
                  <a:t>오른쪽과 같이 그려지는</a:t>
                </a:r>
                <a:br>
                  <a:rPr lang="en-US" altLang="ko-KR" dirty="0"/>
                </a:br>
                <a:r>
                  <a:rPr lang="en-US" altLang="ko-KR" dirty="0"/>
                  <a:t>5</a:t>
                </a:r>
                <a:r>
                  <a:rPr lang="ko-KR" altLang="en-US" dirty="0"/>
                  <a:t>차 다항식이</a:t>
                </a:r>
                <a:br>
                  <a:rPr lang="en-US" altLang="ko-KR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을 인자로</a:t>
                </a:r>
                <a:br>
                  <a:rPr lang="en-US" altLang="ko-KR" dirty="0"/>
                </a:br>
                <a:r>
                  <a:rPr lang="ko-KR" altLang="en-US" dirty="0"/>
                  <a:t>갖는다고 합니다</a:t>
                </a:r>
                <a:r>
                  <a:rPr lang="en-US" altLang="ko-KR" dirty="0"/>
                  <a:t>.</a:t>
                </a:r>
                <a:br>
                  <a:rPr lang="en-US" altLang="ko-KR" dirty="0"/>
                </a:br>
                <a:r>
                  <a:rPr lang="ko-KR" altLang="en-US" dirty="0"/>
                  <a:t>이 다항식의 </a:t>
                </a:r>
                <a:r>
                  <a:rPr lang="ko-KR" altLang="en-US" dirty="0" err="1"/>
                  <a:t>극대점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A</a:t>
                </a:r>
                <a:r>
                  <a:rPr lang="ko-KR" altLang="en-US" dirty="0"/>
                  <a:t>와</a:t>
                </a:r>
                <a:br>
                  <a:rPr lang="en-US" altLang="ko-KR" dirty="0"/>
                </a:br>
                <a:r>
                  <a:rPr lang="ko-KR" altLang="en-US" dirty="0" err="1"/>
                  <a:t>극소점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B</a:t>
                </a:r>
                <a:r>
                  <a:rPr lang="ko-KR" altLang="en-US" dirty="0"/>
                  <a:t>의 좌표를 </a:t>
                </a:r>
                <a:br>
                  <a:rPr lang="en-US" altLang="ko-KR" dirty="0"/>
                </a:br>
                <a:r>
                  <a:rPr lang="ko-KR" altLang="en-US" dirty="0"/>
                  <a:t>구하기 위한 </a:t>
                </a:r>
                <a:br>
                  <a:rPr lang="en-US" altLang="ko-KR" dirty="0"/>
                </a:br>
                <a:r>
                  <a:rPr lang="ko-KR" altLang="en-US" dirty="0"/>
                  <a:t>라이브스크립트</a:t>
                </a:r>
                <a:br>
                  <a:rPr lang="en-US" altLang="ko-KR" dirty="0"/>
                </a:br>
                <a:r>
                  <a:rPr lang="en-US" altLang="ko-KR" dirty="0"/>
                  <a:t>my_p3_poly.mlx</a:t>
                </a:r>
                <a:r>
                  <a:rPr lang="ko-KR" altLang="en-US" dirty="0"/>
                  <a:t>를</a:t>
                </a:r>
                <a:br>
                  <a:rPr lang="en-US" altLang="ko-KR" dirty="0"/>
                </a:br>
                <a:r>
                  <a:rPr lang="ko-KR" altLang="en-US" dirty="0" err="1"/>
                  <a:t>작성하시오</a:t>
                </a:r>
                <a:r>
                  <a:rPr lang="en-US" altLang="ko-KR" dirty="0"/>
                  <a:t>. 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214423"/>
                <a:ext cx="6422504" cy="4916503"/>
              </a:xfrm>
              <a:blipFill>
                <a:blip r:embed="rId2"/>
                <a:stretch>
                  <a:fillRect t="-11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1811A954-8AD4-4342-B0C7-42706AFBFE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5879" y="1204715"/>
            <a:ext cx="6620143" cy="51384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0CD55F42-8F37-4EBE-9C59-3166CACBC47B}"/>
              </a:ext>
            </a:extLst>
          </p:cNvPr>
          <p:cNvGrpSpPr/>
          <p:nvPr/>
        </p:nvGrpSpPr>
        <p:grpSpPr>
          <a:xfrm>
            <a:off x="1439889" y="5521649"/>
            <a:ext cx="3103240" cy="576064"/>
            <a:chOff x="1336576" y="4725144"/>
            <a:chExt cx="3103240" cy="576064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70DCE545-62D1-4384-B481-2E5B22504D69}"/>
                </a:ext>
              </a:extLst>
            </p:cNvPr>
            <p:cNvSpPr/>
            <p:nvPr/>
          </p:nvSpPr>
          <p:spPr bwMode="auto">
            <a:xfrm>
              <a:off x="1336576" y="4725144"/>
              <a:ext cx="2023120" cy="576064"/>
            </a:xfrm>
            <a:prstGeom prst="roundRect">
              <a:avLst>
                <a:gd name="adj" fmla="val 50000"/>
              </a:avLst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  <a:normAutofit/>
            </a:bodyPr>
            <a:lstStyle/>
            <a:p>
              <a:pPr marL="0" marR="0" indent="0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함초롬바탕" panose="02030604000101010101" pitchFamily="18" charset="-127"/>
                  <a:ea typeface="함초롬바탕" panose="02030604000101010101" pitchFamily="18" charset="-127"/>
                  <a:cs typeface="함초롬바탕" panose="02030604000101010101" pitchFamily="18" charset="-127"/>
                </a:rPr>
                <a:t>나의 예상 점수</a:t>
              </a:r>
              <a:endParaRPr kumimoji="1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530BB6C-C0C8-4C7A-A444-2ECB7FA9221F}"/>
                </a:ext>
              </a:extLst>
            </p:cNvPr>
            <p:cNvSpPr/>
            <p:nvPr/>
          </p:nvSpPr>
          <p:spPr bwMode="auto">
            <a:xfrm>
              <a:off x="3143672" y="4725144"/>
              <a:ext cx="1296144" cy="576064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  <a:normAutofit/>
            </a:bodyPr>
            <a:lstStyle/>
            <a:p>
              <a:pPr marL="0" marR="0" indent="0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1800" b="0" dirty="0">
                  <a:solidFill>
                    <a:schemeClr val="tx1"/>
                  </a:solidFill>
                  <a:latin typeface="함초롬바탕" panose="02030604000101010101" pitchFamily="18" charset="-127"/>
                  <a:ea typeface="함초롬바탕" panose="02030604000101010101" pitchFamily="18" charset="-127"/>
                  <a:cs typeface="함초롬바탕" panose="02030604000101010101" pitchFamily="18" charset="-127"/>
                </a:rPr>
                <a:t>10 </a:t>
              </a:r>
              <a:r>
                <a:rPr kumimoji="1" lang="en-US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함초롬바탕" panose="02030604000101010101" pitchFamily="18" charset="-127"/>
                  <a:ea typeface="함초롬바탕" panose="02030604000101010101" pitchFamily="18" charset="-127"/>
                  <a:cs typeface="함초롬바탕" panose="02030604000101010101" pitchFamily="18" charset="-127"/>
                </a:rPr>
                <a:t>/ 25</a:t>
              </a:r>
              <a:endParaRPr kumimoji="1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2672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56263E-0CA0-4CD6-B006-1FE692ADD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평가 요소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F564E9-D6BF-48F4-AB55-FBB00C98C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ko-KR" altLang="en-US"/>
              <a:t>찾아낸 </a:t>
            </a:r>
            <a:r>
              <a:rPr lang="en-US" altLang="ko-KR"/>
              <a:t>5</a:t>
            </a:r>
            <a:r>
              <a:rPr lang="ko-KR" altLang="en-US"/>
              <a:t>차 다항식은 심볼릭 연산을 통해 정확하게 구했나요</a:t>
            </a:r>
            <a:r>
              <a:rPr lang="en-US" altLang="ko-KR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/>
              <a:t>다항식의 그래프는 </a:t>
            </a:r>
            <a:r>
              <a:rPr lang="en-US" altLang="ko-KR"/>
              <a:t>6</a:t>
            </a:r>
            <a:r>
              <a:rPr lang="ko-KR" altLang="en-US"/>
              <a:t>쪽 그림과 동일한가요</a:t>
            </a:r>
            <a:r>
              <a:rPr lang="en-US" altLang="ko-KR"/>
              <a:t>?</a:t>
            </a:r>
          </a:p>
          <a:p>
            <a:pPr marL="863600" lvl="1" indent="-514350"/>
            <a:r>
              <a:rPr lang="en-US" altLang="ko-KR"/>
              <a:t>x-</a:t>
            </a:r>
            <a:r>
              <a:rPr lang="ko-KR" altLang="en-US"/>
              <a:t>축 및 </a:t>
            </a:r>
            <a:r>
              <a:rPr lang="en-US" altLang="ko-KR"/>
              <a:t>y-</a:t>
            </a:r>
            <a:r>
              <a:rPr lang="ko-KR" altLang="en-US"/>
              <a:t>축의 범위</a:t>
            </a:r>
            <a:endParaRPr lang="en-US" altLang="ko-KR"/>
          </a:p>
          <a:p>
            <a:pPr marL="863600" lvl="1" indent="-514350"/>
            <a:r>
              <a:rPr lang="ko-KR" altLang="en-US"/>
              <a:t>마커의 위치와 색깔</a:t>
            </a:r>
            <a:endParaRPr lang="en-US" altLang="ko-KR"/>
          </a:p>
          <a:p>
            <a:pPr marL="863600" lvl="1" indent="-514350"/>
            <a:r>
              <a:rPr lang="ko-KR" altLang="en-US"/>
              <a:t>텍스트 표시</a:t>
            </a:r>
            <a:endParaRPr lang="en-US" altLang="ko-KR"/>
          </a:p>
          <a:p>
            <a:pPr marL="514350" indent="-514350">
              <a:buFont typeface="+mj-lt"/>
              <a:buAutoNum type="arabicPeriod"/>
            </a:pPr>
            <a:r>
              <a:rPr lang="ko-KR" altLang="en-US"/>
              <a:t>극대점 </a:t>
            </a:r>
            <a:r>
              <a:rPr lang="en-US" altLang="ko-KR"/>
              <a:t>A</a:t>
            </a:r>
            <a:r>
              <a:rPr lang="ko-KR" altLang="en-US"/>
              <a:t>의 좌표는 정확한가요</a:t>
            </a:r>
            <a:r>
              <a:rPr lang="en-US" altLang="ko-KR"/>
              <a:t>?</a:t>
            </a:r>
          </a:p>
          <a:p>
            <a:pPr marL="863600" lvl="1" indent="-514350"/>
            <a:r>
              <a:rPr lang="ko-KR" altLang="en-US"/>
              <a:t>극대</a:t>
            </a:r>
            <a:r>
              <a:rPr lang="en-US" altLang="ko-KR"/>
              <a:t>, </a:t>
            </a:r>
            <a:r>
              <a:rPr lang="ko-KR" altLang="en-US"/>
              <a:t>극소를 구하는 방법</a:t>
            </a:r>
            <a:endParaRPr lang="en-US" altLang="ko-KR"/>
          </a:p>
          <a:p>
            <a:pPr marL="863600" lvl="1" indent="-514350"/>
            <a:r>
              <a:rPr lang="ko-KR" altLang="en-US"/>
              <a:t>극대값의 정확성</a:t>
            </a:r>
            <a:endParaRPr lang="en-US" altLang="ko-KR"/>
          </a:p>
          <a:p>
            <a:pPr marL="514350" indent="-514350">
              <a:buFont typeface="+mj-lt"/>
              <a:buAutoNum type="arabicPeriod"/>
            </a:pPr>
            <a:r>
              <a:rPr lang="ko-KR" altLang="en-US"/>
              <a:t>극소점 </a:t>
            </a:r>
            <a:r>
              <a:rPr lang="en-US" altLang="ko-KR"/>
              <a:t>B</a:t>
            </a:r>
            <a:r>
              <a:rPr lang="ko-KR" altLang="en-US"/>
              <a:t>의 좌표는 정확한가요</a:t>
            </a:r>
            <a:r>
              <a:rPr lang="en-US" altLang="ko-KR"/>
              <a:t>?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73344D-8493-4080-B882-2BA0434CE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8F87B-55E2-4F93-9C08-6B53E4C1F60C}" type="slidenum">
              <a:rPr lang="en-US" altLang="ko-KR" smtClean="0"/>
              <a:pPr/>
              <a:t>7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92394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504D1C-643F-47F8-8C04-D540064BC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2238"/>
            <a:ext cx="11010939" cy="877870"/>
          </a:xfrm>
        </p:spPr>
        <p:txBody>
          <a:bodyPr/>
          <a:lstStyle/>
          <a:p>
            <a:r>
              <a:rPr lang="ko-KR" altLang="en-US"/>
              <a:t>문제 </a:t>
            </a:r>
            <a:r>
              <a:rPr lang="en-US" altLang="ko-KR"/>
              <a:t>4. </a:t>
            </a:r>
            <a:r>
              <a:rPr lang="ko-KR" altLang="en-US"/>
              <a:t>앱 만들기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5B157D-30DB-490D-BFDB-787C9C403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오른쪽과 같이 동작하는</a:t>
            </a:r>
            <a:br>
              <a:rPr lang="en-US" altLang="ko-KR" dirty="0"/>
            </a:br>
            <a:r>
              <a:rPr lang="ko-KR" altLang="en-US" dirty="0" err="1"/>
              <a:t>매트랩</a:t>
            </a:r>
            <a:r>
              <a:rPr lang="ko-KR" altLang="en-US" dirty="0"/>
              <a:t> 앱</a:t>
            </a:r>
            <a:br>
              <a:rPr lang="en-US" altLang="ko-KR" dirty="0"/>
            </a:br>
            <a:r>
              <a:rPr lang="en-US" altLang="ko-KR" dirty="0"/>
              <a:t>my_p4_app</a:t>
            </a:r>
            <a:r>
              <a:rPr lang="ko-KR" altLang="en-US" dirty="0"/>
              <a:t>을</a:t>
            </a:r>
            <a:br>
              <a:rPr lang="en-US" altLang="ko-KR" dirty="0"/>
            </a:br>
            <a:r>
              <a:rPr lang="ko-KR" altLang="en-US" dirty="0" err="1"/>
              <a:t>작성하시오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564E14-9E57-42EF-8CB8-D752BEAD7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8F87B-55E2-4F93-9C08-6B53E4C1F60C}" type="slidenum">
              <a:rPr lang="en-US" altLang="ko-KR" smtClean="0"/>
              <a:pPr/>
              <a:t>8</a:t>
            </a:fld>
            <a:endParaRPr lang="en-US" altLang="ko-KR" dirty="0"/>
          </a:p>
        </p:txBody>
      </p:sp>
      <p:pic>
        <p:nvPicPr>
          <p:cNvPr id="8" name="p4_app">
            <a:hlinkClick r:id="" action="ppaction://media"/>
            <a:extLst>
              <a:ext uri="{FF2B5EF4-FFF2-40B4-BE49-F238E27FC236}">
                <a16:creationId xmlns:a16="http://schemas.microsoft.com/office/drawing/2014/main" id="{2A128AA9-A9B4-4ADA-8BBF-48B7C39C0B4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573763" y="1214423"/>
            <a:ext cx="4922837" cy="46482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1499E8A8-D28C-4C59-BF85-B34CDD3A19C1}"/>
              </a:ext>
            </a:extLst>
          </p:cNvPr>
          <p:cNvGrpSpPr/>
          <p:nvPr/>
        </p:nvGrpSpPr>
        <p:grpSpPr>
          <a:xfrm>
            <a:off x="1439889" y="5521649"/>
            <a:ext cx="3103240" cy="576064"/>
            <a:chOff x="1336576" y="4725144"/>
            <a:chExt cx="3103240" cy="576064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FE2AF9AD-9D10-4D97-86D1-0D17EC0A3B43}"/>
                </a:ext>
              </a:extLst>
            </p:cNvPr>
            <p:cNvSpPr/>
            <p:nvPr/>
          </p:nvSpPr>
          <p:spPr bwMode="auto">
            <a:xfrm>
              <a:off x="1336576" y="4725144"/>
              <a:ext cx="2023120" cy="576064"/>
            </a:xfrm>
            <a:prstGeom prst="roundRect">
              <a:avLst>
                <a:gd name="adj" fmla="val 50000"/>
              </a:avLst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  <a:normAutofit/>
            </a:bodyPr>
            <a:lstStyle/>
            <a:p>
              <a:pPr marL="0" marR="0" indent="0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함초롬바탕" panose="02030604000101010101" pitchFamily="18" charset="-127"/>
                  <a:ea typeface="함초롬바탕" panose="02030604000101010101" pitchFamily="18" charset="-127"/>
                  <a:cs typeface="함초롬바탕" panose="02030604000101010101" pitchFamily="18" charset="-127"/>
                </a:rPr>
                <a:t>나의 예상 점수</a:t>
              </a:r>
              <a:endParaRPr kumimoji="1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7432D9B-431F-47ED-A1DF-0BE016E64146}"/>
                </a:ext>
              </a:extLst>
            </p:cNvPr>
            <p:cNvSpPr/>
            <p:nvPr/>
          </p:nvSpPr>
          <p:spPr bwMode="auto">
            <a:xfrm>
              <a:off x="3143672" y="4725144"/>
              <a:ext cx="1296144" cy="576064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  <a:normAutofit/>
            </a:bodyPr>
            <a:lstStyle/>
            <a:p>
              <a:pPr marL="0" marR="0" indent="0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1800" b="0" dirty="0">
                  <a:solidFill>
                    <a:schemeClr val="tx1"/>
                  </a:solidFill>
                  <a:latin typeface="함초롬바탕" panose="02030604000101010101" pitchFamily="18" charset="-127"/>
                  <a:ea typeface="함초롬바탕" panose="02030604000101010101" pitchFamily="18" charset="-127"/>
                  <a:cs typeface="함초롬바탕" panose="02030604000101010101" pitchFamily="18" charset="-127"/>
                </a:rPr>
                <a:t>20 </a:t>
              </a:r>
              <a:r>
                <a:rPr kumimoji="1" lang="en-US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함초롬바탕" panose="02030604000101010101" pitchFamily="18" charset="-127"/>
                  <a:ea typeface="함초롬바탕" panose="02030604000101010101" pitchFamily="18" charset="-127"/>
                  <a:cs typeface="함초롬바탕" panose="02030604000101010101" pitchFamily="18" charset="-127"/>
                </a:rPr>
                <a:t>/ 25</a:t>
              </a:r>
              <a:endParaRPr kumimoji="1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1723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803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56263E-0CA0-4CD6-B006-1FE692ADD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평가 요소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F564E9-D6BF-48F4-AB55-FBB00C98C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ko-KR" altLang="en-US"/>
              <a:t>가로 슬라이더와 세로 슬라이더를 설정할 때 동작이 동영상과 비교할 때 정확한가요</a:t>
            </a:r>
            <a:r>
              <a:rPr lang="en-US" altLang="ko-KR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/>
              <a:t>실행할 때 경고 메시지가 없나요</a:t>
            </a:r>
            <a:r>
              <a:rPr lang="en-US" altLang="ko-KR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/>
              <a:t>실행 후 창을 닫고 또 실행하기를 반복해도 경고 메시지나 오류가 없나요</a:t>
            </a:r>
            <a:r>
              <a:rPr lang="en-US" altLang="ko-KR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/>
              <a:t>패널과 레이블</a:t>
            </a:r>
            <a:r>
              <a:rPr lang="en-US" altLang="ko-KR"/>
              <a:t>, </a:t>
            </a:r>
            <a:r>
              <a:rPr lang="ko-KR" altLang="en-US"/>
              <a:t>슬라이더의 배치는 정확한가요</a:t>
            </a:r>
            <a:r>
              <a:rPr lang="en-US" altLang="ko-KR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/>
              <a:t>슬라이더를 눈금 사이로 설정할 때의 동작은 정확한가요</a:t>
            </a:r>
            <a:r>
              <a:rPr lang="en-US" altLang="ko-KR"/>
              <a:t>?</a:t>
            </a:r>
          </a:p>
          <a:p>
            <a:pPr marL="0" indent="0">
              <a:buNone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73344D-8493-4080-B882-2BA0434CE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8F87B-55E2-4F93-9C08-6B53E4C1F60C}" type="slidenum">
              <a:rPr lang="en-US" altLang="ko-KR" smtClean="0"/>
              <a:pPr/>
              <a:t>9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63532428"/>
      </p:ext>
    </p:extLst>
  </p:cSld>
  <p:clrMapOvr>
    <a:masterClrMapping/>
  </p:clrMapOvr>
</p:sld>
</file>

<file path=ppt/theme/theme1.xml><?xml version="1.0" encoding="utf-8"?>
<a:theme xmlns:a="http://schemas.openxmlformats.org/drawingml/2006/main" name="봄의 수채화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봄의 수채화">
      <a:majorFont>
        <a:latin typeface="Arial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none" lIns="0" tIns="0" rIns="0" bIns="0" numCol="1" rtlCol="0" anchor="ctr" anchorCtr="0" compatLnSpc="1">
        <a:prstTxWarp prst="textNoShape">
          <a:avLst/>
        </a:prstTxWarp>
        <a:normAutofit/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600" b="1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굴림" pitchFamily="50" charset="-127"/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/>
        </a:solidFill>
        <a:ln w="9525" cap="flat" cmpd="sng" algn="ctr">
          <a:solidFill>
            <a:srgbClr val="800080"/>
          </a:solidFill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chemeClr val="bg2"/>
          </a:outerShdw>
        </a:effectLst>
      </a:spPr>
      <a:bodyPr vert="horz" wrap="square" lIns="0" tIns="0" rIns="0" bIns="0" numCol="1" anchor="ctr" anchorCtr="1" compatLnSpc="1">
        <a:prstTxWarp prst="textNoShape">
          <a:avLst/>
        </a:prstTxWarp>
      </a:bodyPr>
      <a:lstStyle>
        <a:defPPr marL="342900" marR="0" indent="-342900" algn="ctr" defTabSz="914400" rtl="0" eaLnBrk="1" fontAlgn="base" latinLnBrk="1" hangingPunct="1">
          <a:lnSpc>
            <a:spcPct val="1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굴림" pitchFamily="50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lnSpc>
            <a:spcPct val="100000"/>
          </a:lnSpc>
          <a:defRPr dirty="0"/>
        </a:defPPr>
      </a:lstStyle>
    </a:txDef>
  </a:objectDefaults>
  <a:extraClrSchemeLst>
    <a:extraClrScheme>
      <a:clrScheme name="봄의 수채화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봄의 수채화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봄의 수채화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봄의 수채화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봄의 수채화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봄의 수채화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봄의 수채화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봄의 수채화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봄의 수채화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봄의 수채화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H13 스마트폰 센서 활용 - 강의슬라이드" id="{EC2B3A01-34A3-4DBC-A614-29EAE5D388A0}" vid="{6AC22FCF-9671-4C0F-8C01-0F4F39446D72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강의슬라이드</Template>
  <TotalTime>1357</TotalTime>
  <Words>343</Words>
  <Application>Microsoft Office PowerPoint</Application>
  <PresentationFormat>와이드스크린</PresentationFormat>
  <Paragraphs>56</Paragraphs>
  <Slides>9</Slides>
  <Notes>1</Notes>
  <HiddenSlides>0</HiddenSlides>
  <MMClips>1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굴림</vt:lpstr>
      <vt:lpstr>함초롬바탕</vt:lpstr>
      <vt:lpstr>Arial</vt:lpstr>
      <vt:lpstr>Cambria Math</vt:lpstr>
      <vt:lpstr>Wingdings</vt:lpstr>
      <vt:lpstr>봄의 수채화</vt:lpstr>
      <vt:lpstr>기말고사α 2023</vt:lpstr>
      <vt:lpstr>문제 1. 변화하는 숫자 패널 만들기</vt:lpstr>
      <vt:lpstr>평가 요소</vt:lpstr>
      <vt:lpstr>문제 2. 마우스를 따라 동그라미 그리기</vt:lpstr>
      <vt:lpstr>평가 요소</vt:lpstr>
      <vt:lpstr>문제 3. 다항식의 극대, 극소 구하기</vt:lpstr>
      <vt:lpstr>평가 요소</vt:lpstr>
      <vt:lpstr>문제 4. 앱 만들기</vt:lpstr>
      <vt:lpstr>평가 요소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Matlab 이해 및 실습</dc:title>
  <dc:creator>Byoungjo CHOI</dc:creator>
  <cp:keywords>스크립트, 엑셀</cp:keywords>
  <cp:lastModifiedBy>김 규현</cp:lastModifiedBy>
  <cp:revision>97</cp:revision>
  <cp:lastPrinted>2015-08-21T06:46:55Z</cp:lastPrinted>
  <dcterms:created xsi:type="dcterms:W3CDTF">2017-02-07T12:21:36Z</dcterms:created>
  <dcterms:modified xsi:type="dcterms:W3CDTF">2023-06-12T09:00:45Z</dcterms:modified>
</cp:coreProperties>
</file>