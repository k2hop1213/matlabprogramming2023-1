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620A7-A5D2-4E03-A302-C9B2FE1F78C8}" v="102" dt="2023-05-27T08:00:43.648"/>
    <p1510:client id="{8FBE31D4-BFEF-7DD1-3F93-31528B2F875D}" v="30" dt="2023-05-27T08:47:17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2023-05-27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>
                <a:ea typeface="맑은 고딕"/>
              </a:rPr>
              <a:t>매트랩</a:t>
            </a:r>
            <a:r>
              <a:rPr lang="ko-KR" altLang="en-US" dirty="0">
                <a:ea typeface="맑은 고딕"/>
              </a:rPr>
              <a:t> 12주차 과제 1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>
                <a:ea typeface="맑은 고딕"/>
              </a:rPr>
              <a:t>202301638 </a:t>
            </a:r>
            <a:r>
              <a:rPr lang="ko-KR" altLang="en-US" dirty="0" err="1">
                <a:ea typeface="맑은 고딕"/>
              </a:rPr>
              <a:t>김규현</a:t>
            </a:r>
            <a:endParaRPr lang="ko-KR" altLang="en-US" dirty="0" err="1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C1963-52DD-725B-1A2D-3C68C026B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앱 설명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775440-A1CB-84C2-78FA-803A926B7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>
                <a:ea typeface="맑은 고딕"/>
              </a:rPr>
              <a:t>두 개의 좌표축과 </a:t>
            </a:r>
            <a:r>
              <a:rPr lang="ko-KR" altLang="en-US" err="1">
                <a:ea typeface="맑은 고딕"/>
              </a:rPr>
              <a:t>red,blue</a:t>
            </a:r>
            <a:r>
              <a:rPr lang="ko-KR" altLang="en-US">
                <a:ea typeface="맑은 고딕"/>
              </a:rPr>
              <a:t> 버튼이 있다.</a:t>
            </a:r>
          </a:p>
          <a:p>
            <a:r>
              <a:rPr lang="ko-KR" altLang="en-US" dirty="0">
                <a:ea typeface="맑은 고딕"/>
              </a:rPr>
              <a:t>버튼을 누르면 해당 색으로 좌표축안에 도형의 색깔이 바뀐다.</a:t>
            </a:r>
          </a:p>
        </p:txBody>
      </p:sp>
    </p:spTree>
    <p:extLst>
      <p:ext uri="{BB962C8B-B14F-4D97-AF65-F5344CB8AC3E}">
        <p14:creationId xmlns:p14="http://schemas.microsoft.com/office/powerpoint/2010/main" val="381834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0DC4375-F020-9BD9-72F8-FD34C3AAE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코드 설명</a:t>
            </a:r>
            <a:endParaRPr lang="en-US" altLang="ko-KR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DE140F99-851F-1203-F8B6-0633DF858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40983"/>
            <a:ext cx="6780700" cy="537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10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8D58D6-BD3A-2174-A621-D94B9302B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 err="1">
                <a:ea typeface="맑은 고딕"/>
              </a:rPr>
              <a:t>StartupFcn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콜백을</a:t>
            </a:r>
            <a:r>
              <a:rPr lang="ko-KR" altLang="en-US" dirty="0">
                <a:ea typeface="맑은 고딕"/>
              </a:rPr>
              <a:t> 추가하여 앱을 </a:t>
            </a:r>
            <a:r>
              <a:rPr lang="ko-KR" altLang="en-US" dirty="0" err="1">
                <a:ea typeface="맑은 고딕"/>
              </a:rPr>
              <a:t>실행했을때</a:t>
            </a:r>
            <a:r>
              <a:rPr lang="ko-KR" altLang="en-US" dirty="0">
                <a:ea typeface="맑은 고딕"/>
              </a:rPr>
              <a:t> 처음에는 화면에 빨간색 사각형과 삼각형이 나오게 됩니다.</a:t>
            </a:r>
            <a:endParaRPr lang="ko-KR" dirty="0"/>
          </a:p>
          <a:p>
            <a:r>
              <a:rPr lang="ko-KR" altLang="en-US" err="1">
                <a:ea typeface="맑은 고딕"/>
              </a:rPr>
              <a:t>BluebuttonPushed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콜백과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redbuttonpushed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콜백을</a:t>
            </a:r>
            <a:r>
              <a:rPr lang="ko-KR" altLang="en-US">
                <a:ea typeface="맑은 고딕"/>
              </a:rPr>
              <a:t> 넣어 </a:t>
            </a:r>
            <a:r>
              <a:rPr lang="ko-KR" altLang="en-US" err="1">
                <a:ea typeface="맑은 고딕"/>
              </a:rPr>
              <a:t>patch</a:t>
            </a:r>
            <a:r>
              <a:rPr lang="ko-KR" altLang="en-US">
                <a:ea typeface="맑은 고딕"/>
              </a:rPr>
              <a:t> 명령어를 통해 </a:t>
            </a:r>
            <a:r>
              <a:rPr lang="ko-KR" altLang="en-US" dirty="0">
                <a:ea typeface="맑은 고딕"/>
              </a:rPr>
              <a:t>색깔이 바뀌도록 하였습니다.</a:t>
            </a:r>
          </a:p>
          <a:p>
            <a:endParaRPr lang="ko-KR" altLang="en-US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92935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9283F-F3E8-4ED5-9574-D1155229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실행 동영상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3045E0-BA7A-869B-679E-297BF42E9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bandicam 2023-05-27 16-58-14-271">
            <a:hlinkClick r:id="" action="ppaction://media"/>
            <a:extLst>
              <a:ext uri="{FF2B5EF4-FFF2-40B4-BE49-F238E27FC236}">
                <a16:creationId xmlns:a16="http://schemas.microsoft.com/office/drawing/2014/main" id="{B03C4DF7-361A-C4F0-8BFB-8F619390424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7482" y="1823099"/>
            <a:ext cx="9936050" cy="436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4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매트랩 12주차 과제 1</vt:lpstr>
      <vt:lpstr>앱 설명</vt:lpstr>
      <vt:lpstr>코드 설명</vt:lpstr>
      <vt:lpstr>PowerPoint 프레젠테이션</vt:lpstr>
      <vt:lpstr>실행 동영상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/>
  <cp:revision>44</cp:revision>
  <dcterms:created xsi:type="dcterms:W3CDTF">2023-05-27T07:42:47Z</dcterms:created>
  <dcterms:modified xsi:type="dcterms:W3CDTF">2023-05-27T08:48:40Z</dcterms:modified>
</cp:coreProperties>
</file>