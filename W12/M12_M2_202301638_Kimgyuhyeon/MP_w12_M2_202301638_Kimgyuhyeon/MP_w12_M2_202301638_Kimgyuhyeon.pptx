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93AF5-E74C-46FA-AC01-D9D6A50DFBC0}" v="283" dt="2023-05-27T09:42:37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매트랩</a:t>
            </a:r>
            <a:r>
              <a:rPr lang="ko-KR" altLang="en-US" dirty="0">
                <a:ea typeface="맑은 고딕"/>
              </a:rPr>
              <a:t> 12주차 미션 2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202301638 </a:t>
            </a:r>
            <a:r>
              <a:rPr lang="ko-KR" altLang="en-US" dirty="0" err="1">
                <a:ea typeface="맑은 고딕"/>
              </a:rPr>
              <a:t>김규현</a:t>
            </a:r>
            <a:endParaRPr lang="ko-KR" altLang="en-US" dirty="0" err="1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88F90-F4DC-57D8-5678-A8458FC7C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앱 설명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F227DC-38DE-4E8C-5201-01CB49C0B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Mp3 앱으로 원하는 노래를 재생할 수 있고 </a:t>
            </a:r>
            <a:r>
              <a:rPr lang="ko-KR" altLang="en-US" dirty="0" err="1">
                <a:ea typeface="맑은 고딕"/>
              </a:rPr>
              <a:t>일시정지,스탑기능까지</a:t>
            </a:r>
            <a:r>
              <a:rPr lang="ko-KR" altLang="en-US" dirty="0">
                <a:ea typeface="맑은 고딕"/>
              </a:rPr>
              <a:t> 있다.</a:t>
            </a:r>
          </a:p>
        </p:txBody>
      </p:sp>
    </p:spTree>
    <p:extLst>
      <p:ext uri="{BB962C8B-B14F-4D97-AF65-F5344CB8AC3E}">
        <p14:creationId xmlns:p14="http://schemas.microsoft.com/office/powerpoint/2010/main" val="252604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49BC0-D6D0-8738-F39B-15B5E21D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코드 설명</a:t>
            </a:r>
            <a:endParaRPr lang="ko-KR" altLang="en-US" dirty="0"/>
          </a:p>
        </p:txBody>
      </p:sp>
      <p:pic>
        <p:nvPicPr>
          <p:cNvPr id="4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6088D314-E858-CC93-3DF5-578966D47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891" y="1407062"/>
            <a:ext cx="9582979" cy="4952352"/>
          </a:xfrm>
        </p:spPr>
      </p:pic>
    </p:spTree>
    <p:extLst>
      <p:ext uri="{BB962C8B-B14F-4D97-AF65-F5344CB8AC3E}">
        <p14:creationId xmlns:p14="http://schemas.microsoft.com/office/powerpoint/2010/main" val="281462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506B9-5F00-B508-3B97-CBFA48CE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60DE2580-87E4-7692-7152-AACEA4227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2712" y="366019"/>
            <a:ext cx="10381194" cy="5886070"/>
          </a:xfrm>
        </p:spPr>
      </p:pic>
    </p:spTree>
    <p:extLst>
      <p:ext uri="{BB962C8B-B14F-4D97-AF65-F5344CB8AC3E}">
        <p14:creationId xmlns:p14="http://schemas.microsoft.com/office/powerpoint/2010/main" val="3343066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B6459-4FBE-0072-D5C0-A9F56205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7ED7CFA1-771C-81F8-BDB3-A856DC44B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250" y="818132"/>
            <a:ext cx="8247442" cy="2234350"/>
          </a:xfrm>
        </p:spPr>
      </p:pic>
    </p:spTree>
    <p:extLst>
      <p:ext uri="{BB962C8B-B14F-4D97-AF65-F5344CB8AC3E}">
        <p14:creationId xmlns:p14="http://schemas.microsoft.com/office/powerpoint/2010/main" val="153609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91123-87FA-079C-80FB-6ABC256C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F33FAB-DCF1-7EF7-CECF-4F854E80A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ko-KR" altLang="en-US" dirty="0">
                <a:ea typeface="맑은 고딕"/>
              </a:rPr>
              <a:t>먼저 </a:t>
            </a:r>
            <a:r>
              <a:rPr lang="ko-KR" altLang="en-US" dirty="0" err="1">
                <a:ea typeface="맑은 고딕"/>
              </a:rPr>
              <a:t>재생하고싶은</a:t>
            </a:r>
            <a:r>
              <a:rPr lang="ko-KR" altLang="en-US" dirty="0">
                <a:ea typeface="맑은 고딕"/>
              </a:rPr>
              <a:t> 음악을 고른다.</a:t>
            </a:r>
          </a:p>
          <a:p>
            <a:pPr marL="514350" indent="-514350">
              <a:buAutoNum type="arabicPeriod"/>
            </a:pPr>
            <a:r>
              <a:rPr lang="ko-KR" altLang="en-US" dirty="0">
                <a:ea typeface="맑은 고딕"/>
              </a:rPr>
              <a:t>그러면 해당음악의 mp3파일이 </a:t>
            </a:r>
            <a:r>
              <a:rPr lang="ko-KR" altLang="en-US" dirty="0" err="1">
                <a:ea typeface="맑은 고딕"/>
              </a:rPr>
              <a:t>app.a에</a:t>
            </a:r>
            <a:r>
              <a:rPr lang="ko-KR" altLang="en-US" dirty="0">
                <a:ea typeface="맑은 고딕"/>
              </a:rPr>
              <a:t> 저장되고 </a:t>
            </a:r>
            <a:r>
              <a:rPr lang="ko-KR" altLang="en-US" dirty="0" err="1">
                <a:ea typeface="맑은 고딕"/>
              </a:rPr>
              <a:t>paused의</a:t>
            </a:r>
            <a:r>
              <a:rPr lang="ko-KR" altLang="en-US" dirty="0">
                <a:ea typeface="맑은 고딕"/>
              </a:rPr>
              <a:t> 값이 </a:t>
            </a:r>
            <a:r>
              <a:rPr lang="ko-KR" altLang="en-US" dirty="0" err="1">
                <a:ea typeface="맑은 고딕"/>
              </a:rPr>
              <a:t>false가</a:t>
            </a:r>
            <a:r>
              <a:rPr lang="ko-KR" altLang="en-US" dirty="0">
                <a:ea typeface="맑은 고딕"/>
              </a:rPr>
              <a:t> 된다</a:t>
            </a:r>
          </a:p>
          <a:p>
            <a:pPr marL="514350" indent="-514350">
              <a:buAutoNum type="arabicPeriod"/>
            </a:pPr>
            <a:r>
              <a:rPr lang="ko-KR" altLang="en-US" dirty="0" err="1">
                <a:ea typeface="맑은 고딕"/>
              </a:rPr>
              <a:t>Play</a:t>
            </a:r>
            <a:r>
              <a:rPr lang="ko-KR" altLang="en-US" dirty="0">
                <a:ea typeface="맑은 고딕"/>
              </a:rPr>
              <a:t> 버튼을 누르면 해당음악이 재생됨.</a:t>
            </a:r>
          </a:p>
          <a:p>
            <a:pPr marL="514350" indent="-514350">
              <a:buAutoNum type="arabicPeriod"/>
            </a:pPr>
            <a:r>
              <a:rPr lang="ko-KR" altLang="en-US" dirty="0" err="1">
                <a:ea typeface="맑은 고딕"/>
              </a:rPr>
              <a:t>Pause</a:t>
            </a:r>
            <a:r>
              <a:rPr lang="ko-KR" altLang="en-US" dirty="0">
                <a:ea typeface="맑은 고딕"/>
              </a:rPr>
              <a:t> 버튼을 누르면 </a:t>
            </a:r>
            <a:r>
              <a:rPr lang="ko-KR" altLang="en-US" dirty="0" err="1">
                <a:ea typeface="맑은 고딕"/>
              </a:rPr>
              <a:t>일시정지되고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paused</a:t>
            </a:r>
            <a:r>
              <a:rPr lang="ko-KR" altLang="en-US" dirty="0">
                <a:ea typeface="맑은 고딕"/>
              </a:rPr>
              <a:t> 변수의 값이 </a:t>
            </a:r>
            <a:r>
              <a:rPr lang="ko-KR" altLang="en-US" dirty="0" err="1">
                <a:ea typeface="맑은 고딕"/>
              </a:rPr>
              <a:t>true가</a:t>
            </a:r>
            <a:r>
              <a:rPr lang="ko-KR" altLang="en-US" dirty="0">
                <a:ea typeface="맑은 고딕"/>
              </a:rPr>
              <a:t> 됨</a:t>
            </a:r>
          </a:p>
          <a:p>
            <a:pPr marL="514350" indent="-514350">
              <a:buAutoNum type="arabicPeriod"/>
            </a:pPr>
            <a:r>
              <a:rPr lang="ko-KR" altLang="en-US" dirty="0">
                <a:ea typeface="맑은 고딕"/>
              </a:rPr>
              <a:t>다시 </a:t>
            </a:r>
            <a:r>
              <a:rPr lang="ko-KR" altLang="en-US" err="1">
                <a:ea typeface="맑은 고딕"/>
              </a:rPr>
              <a:t>play</a:t>
            </a:r>
            <a:r>
              <a:rPr lang="ko-KR" altLang="en-US" dirty="0">
                <a:ea typeface="맑은 고딕"/>
              </a:rPr>
              <a:t> 버튼을 누르면 조건문에 의해 일시정지 했던 부분부터 다시 재생되고 </a:t>
            </a:r>
            <a:r>
              <a:rPr lang="ko-KR" altLang="en-US" err="1">
                <a:ea typeface="맑은 고딕"/>
              </a:rPr>
              <a:t>paused</a:t>
            </a:r>
            <a:r>
              <a:rPr lang="ko-KR" altLang="en-US">
                <a:ea typeface="맑은 고딕"/>
              </a:rPr>
              <a:t> 변수의 값이 </a:t>
            </a:r>
            <a:r>
              <a:rPr lang="ko-KR" altLang="en-US" err="1">
                <a:ea typeface="맑은 고딕"/>
              </a:rPr>
              <a:t>false가</a:t>
            </a:r>
            <a:r>
              <a:rPr lang="ko-KR" altLang="en-US">
                <a:ea typeface="맑은 고딕"/>
              </a:rPr>
              <a:t> 됨</a:t>
            </a:r>
          </a:p>
          <a:p>
            <a:pPr marL="514350" indent="-514350">
              <a:buAutoNum type="arabicPeriod"/>
            </a:pPr>
            <a:r>
              <a:rPr lang="ko-KR" altLang="en-US" dirty="0" err="1">
                <a:ea typeface="맑은 고딕"/>
              </a:rPr>
              <a:t>Stop</a:t>
            </a:r>
            <a:r>
              <a:rPr lang="ko-KR" altLang="en-US" dirty="0">
                <a:ea typeface="맑은 고딕"/>
              </a:rPr>
              <a:t> 버튼을 누르면 재생이 중단되고 다시 </a:t>
            </a:r>
            <a:r>
              <a:rPr lang="ko-KR" altLang="en-US" dirty="0" err="1">
                <a:ea typeface="맑은 고딕"/>
              </a:rPr>
              <a:t>play</a:t>
            </a:r>
            <a:r>
              <a:rPr lang="ko-KR" altLang="en-US" dirty="0">
                <a:ea typeface="맑은 고딕"/>
              </a:rPr>
              <a:t> 버튼을 누르면  처음부터 재생이 된다</a:t>
            </a:r>
          </a:p>
        </p:txBody>
      </p:sp>
    </p:spTree>
    <p:extLst>
      <p:ext uri="{BB962C8B-B14F-4D97-AF65-F5344CB8AC3E}">
        <p14:creationId xmlns:p14="http://schemas.microsoft.com/office/powerpoint/2010/main" val="208707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A4C01-6B16-D02E-7995-EE366311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실행 화면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5CF226-0D69-5867-AFF2-2C055EA8E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bandicam 2023-05-27 18-16-51-989">
            <a:hlinkClick r:id="" action="ppaction://media"/>
            <a:extLst>
              <a:ext uri="{FF2B5EF4-FFF2-40B4-BE49-F238E27FC236}">
                <a16:creationId xmlns:a16="http://schemas.microsoft.com/office/drawing/2014/main" id="{B48C4577-F16A-B47F-AE46-495701E954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07015" y="1823358"/>
            <a:ext cx="5177971" cy="387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1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매트랩 12주차 미션 2</vt:lpstr>
      <vt:lpstr>앱 설명</vt:lpstr>
      <vt:lpstr>코드 설명</vt:lpstr>
      <vt:lpstr>PowerPoint 프레젠테이션</vt:lpstr>
      <vt:lpstr>PowerPoint 프레젠테이션</vt:lpstr>
      <vt:lpstr>PowerPoint 프레젠테이션</vt:lpstr>
      <vt:lpstr>실행 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71</cp:revision>
  <dcterms:created xsi:type="dcterms:W3CDTF">2023-05-27T09:24:29Z</dcterms:created>
  <dcterms:modified xsi:type="dcterms:W3CDTF">2023-05-27T09:44:22Z</dcterms:modified>
</cp:coreProperties>
</file>